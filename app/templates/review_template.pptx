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  <p:sldMasterId id="2147483727" r:id="rId2"/>
  </p:sldMasterIdLst>
  <p:notesMasterIdLst>
    <p:notesMasterId r:id="rId7"/>
  </p:notesMasterIdLst>
  <p:handoutMasterIdLst>
    <p:handoutMasterId r:id="rId8"/>
  </p:handoutMasterIdLst>
  <p:sldIdLst>
    <p:sldId id="10609" r:id="rId3"/>
    <p:sldId id="10610" r:id="rId4"/>
    <p:sldId id="10607" r:id="rId5"/>
    <p:sldId id="1060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グレー" id="{420DD39E-DC20-444C-B001-336675D3BBE5}">
          <p14:sldIdLst>
            <p14:sldId id="10609"/>
            <p14:sldId id="10610"/>
            <p14:sldId id="10607"/>
            <p14:sldId id="10608"/>
          </p14:sldIdLst>
        </p14:section>
        <p14:section name="サンプル" id="{D38249F6-CD1A-4503-BA44-AAD11855901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5E913B"/>
    <a:srgbClr val="FFE1E1"/>
    <a:srgbClr val="FF8080"/>
    <a:srgbClr val="E6E6E6"/>
    <a:srgbClr val="F4F6F4"/>
    <a:srgbClr val="D9D9D9"/>
    <a:srgbClr val="6FBA2C"/>
    <a:srgbClr val="E9E9E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7410" autoAdjust="0"/>
  </p:normalViewPr>
  <p:slideViewPr>
    <p:cSldViewPr>
      <p:cViewPr varScale="1">
        <p:scale>
          <a:sx n="81" d="100"/>
          <a:sy n="81" d="100"/>
        </p:scale>
        <p:origin x="77" y="23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88" d="100"/>
          <a:sy n="88" d="100"/>
        </p:scale>
        <p:origin x="2304" y="72"/>
      </p:cViewPr>
      <p:guideLst/>
    </p:cSldViewPr>
  </p:notesViewPr>
  <p:gridSpacing cx="59999" cy="59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94A4ADF4-453C-457E-86D9-CD37DAF68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CADF25C-5BB8-4BD0-BDC1-EEFBE762B1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AF38E-5B40-4569-94F9-8A9E19C89598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D43EEF-F3D0-4630-86EE-795A8714A1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4DB2FB6-C1B4-41B8-B2C8-63E282BABA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40BC7-BB6B-4206-8408-37DDF1140C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9712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904B8-3F30-4855-975D-903AF7405B5F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77DC6-8909-46DB-8A09-C93F97972A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2759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1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1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34550D7-C10F-40A3-B7E4-04B771A2CD06}"/>
              </a:ext>
            </a:extLst>
          </p:cNvPr>
          <p:cNvGrpSpPr/>
          <p:nvPr userDrawn="1"/>
        </p:nvGrpSpPr>
        <p:grpSpPr>
          <a:xfrm>
            <a:off x="0" y="2132856"/>
            <a:ext cx="12192000" cy="4401865"/>
            <a:chOff x="0" y="2060847"/>
            <a:chExt cx="12192000" cy="440186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60BCABB-DE84-4EA0-BB16-7465AC6DCC7E}"/>
                </a:ext>
              </a:extLst>
            </p:cNvPr>
            <p:cNvGrpSpPr/>
            <p:nvPr userDrawn="1"/>
          </p:nvGrpSpPr>
          <p:grpSpPr>
            <a:xfrm>
              <a:off x="0" y="2132855"/>
              <a:ext cx="12192000" cy="4310807"/>
              <a:chOff x="0" y="2132855"/>
              <a:chExt cx="12192000" cy="4310807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9B6EC8B0-6447-4073-B42C-68A061FC8B4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20" t="-108" r="24949" b="17448"/>
              <a:stretch/>
            </p:blipFill>
            <p:spPr bwMode="auto">
              <a:xfrm>
                <a:off x="0" y="2132855"/>
                <a:ext cx="12192000" cy="43108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C7B43B87-1B6D-4DA0-8AF9-002ADBD73992}"/>
                  </a:ext>
                </a:extLst>
              </p:cNvPr>
              <p:cNvSpPr/>
              <p:nvPr userDrawn="1"/>
            </p:nvSpPr>
            <p:spPr>
              <a:xfrm>
                <a:off x="0" y="2132856"/>
                <a:ext cx="12192000" cy="1728192"/>
              </a:xfrm>
              <a:prstGeom prst="rect">
                <a:avLst/>
              </a:prstGeom>
              <a:gradFill>
                <a:gsLst>
                  <a:gs pos="0">
                    <a:srgbClr val="F2F3F2"/>
                  </a:gs>
                  <a:gs pos="76000">
                    <a:srgbClr val="F2F3F2">
                      <a:alpha val="73000"/>
                    </a:srgbClr>
                  </a:gs>
                  <a:gs pos="100000">
                    <a:srgbClr val="F2F3F2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44772F4-9B55-4B0F-9F8F-D716848DB61A}"/>
                </a:ext>
              </a:extLst>
            </p:cNvPr>
            <p:cNvSpPr/>
            <p:nvPr userDrawn="1"/>
          </p:nvSpPr>
          <p:spPr>
            <a:xfrm rot="16200000">
              <a:off x="1959200" y="101648"/>
              <a:ext cx="4401865" cy="8320263"/>
            </a:xfrm>
            <a:prstGeom prst="rect">
              <a:avLst/>
            </a:prstGeom>
            <a:gradFill>
              <a:gsLst>
                <a:gs pos="0">
                  <a:srgbClr val="F2F3F2"/>
                </a:gs>
                <a:gs pos="76000">
                  <a:srgbClr val="F2F3F2">
                    <a:alpha val="73000"/>
                  </a:srgbClr>
                </a:gs>
                <a:gs pos="100000">
                  <a:srgbClr val="F2F3F2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21" name="タイトル 20">
            <a:extLst>
              <a:ext uri="{FF2B5EF4-FFF2-40B4-BE49-F238E27FC236}">
                <a16:creationId xmlns:a16="http://schemas.microsoft.com/office/drawing/2014/main" id="{709FCC8F-E6F5-4A6E-B5D9-DC254BA7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5" y="2060845"/>
            <a:ext cx="11089232" cy="864095"/>
          </a:xfrm>
          <a:prstGeom prst="rect">
            <a:avLst/>
          </a:prstGeom>
        </p:spPr>
        <p:txBody>
          <a:bodyPr lIns="0" tIns="36000" rIns="0" bIns="36000" anchor="b"/>
          <a:lstStyle>
            <a:lvl1pPr>
              <a:lnSpc>
                <a:spcPct val="110000"/>
              </a:lnSpc>
              <a:spcAft>
                <a:spcPts val="600"/>
              </a:spcAft>
              <a:defRPr sz="3939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25" name="テキスト プレースホルダー 24">
            <a:extLst>
              <a:ext uri="{FF2B5EF4-FFF2-40B4-BE49-F238E27FC236}">
                <a16:creationId xmlns:a16="http://schemas.microsoft.com/office/drawing/2014/main" id="{96C89AA9-753A-4749-99FE-4EF4150A8F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1383" y="862156"/>
            <a:ext cx="8320262" cy="322002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indent="0">
              <a:buNone/>
              <a:defRPr sz="1800" spc="300" baseline="0">
                <a:latin typeface="+mn-ea"/>
                <a:ea typeface="+mn-ea"/>
              </a:defRPr>
            </a:lvl1pPr>
            <a:lvl2pPr marL="562737" indent="0">
              <a:buNone/>
              <a:defRPr sz="2215">
                <a:latin typeface="+mn-ea"/>
                <a:ea typeface="+mn-ea"/>
              </a:defRPr>
            </a:lvl2pPr>
            <a:lvl3pPr marL="1125472" indent="0">
              <a:buNone/>
              <a:defRPr sz="2215">
                <a:latin typeface="+mn-ea"/>
                <a:ea typeface="+mn-ea"/>
              </a:defRPr>
            </a:lvl3pPr>
            <a:lvl4pPr marL="1688207" indent="0">
              <a:buNone/>
              <a:defRPr sz="2215">
                <a:latin typeface="+mn-ea"/>
                <a:ea typeface="+mn-ea"/>
              </a:defRPr>
            </a:lvl4pPr>
            <a:lvl5pPr marL="2250944" indent="0">
              <a:buNone/>
              <a:defRPr sz="2215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○○○○株式会社　御中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FFC4BC-D888-44D1-995A-FCC371DF35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1383" y="3827079"/>
            <a:ext cx="5760641" cy="3220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buNone/>
              <a:defRPr sz="1800" kern="1200" spc="100" baseline="0"/>
            </a:lvl1pPr>
            <a:lvl2pPr marL="562737" indent="0">
              <a:buNone/>
              <a:defRPr/>
            </a:lvl2pPr>
            <a:lvl3pPr marL="1125472" indent="0">
              <a:buNone/>
              <a:defRPr/>
            </a:lvl3pPr>
            <a:lvl4pPr marL="1688207" indent="0">
              <a:buNone/>
              <a:defRPr/>
            </a:lvl4pPr>
            <a:lvl5pPr marL="2250944" indent="0">
              <a:buNone/>
              <a:defRPr/>
            </a:lvl5pPr>
          </a:lstStyle>
          <a:p>
            <a:pPr lvl="0"/>
            <a:r>
              <a:rPr kumimoji="1" lang="en-US" altLang="ja-JP" dirty="0"/>
              <a:t>2025/xx/xx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7170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 無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タイトル 20">
            <a:extLst>
              <a:ext uri="{FF2B5EF4-FFF2-40B4-BE49-F238E27FC236}">
                <a16:creationId xmlns:a16="http://schemas.microsoft.com/office/drawing/2014/main" id="{709FCC8F-E6F5-4A6E-B5D9-DC254BA7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5" y="2060845"/>
            <a:ext cx="11089232" cy="864095"/>
          </a:xfrm>
          <a:prstGeom prst="rect">
            <a:avLst/>
          </a:prstGeom>
        </p:spPr>
        <p:txBody>
          <a:bodyPr lIns="0" tIns="36000" rIns="0" bIns="36000" anchor="b"/>
          <a:lstStyle>
            <a:lvl1pPr>
              <a:lnSpc>
                <a:spcPct val="110000"/>
              </a:lnSpc>
              <a:spcAft>
                <a:spcPts val="600"/>
              </a:spcAft>
              <a:defRPr sz="3939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25" name="テキスト プレースホルダー 24">
            <a:extLst>
              <a:ext uri="{FF2B5EF4-FFF2-40B4-BE49-F238E27FC236}">
                <a16:creationId xmlns:a16="http://schemas.microsoft.com/office/drawing/2014/main" id="{96C89AA9-753A-4749-99FE-4EF4150A8F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1383" y="862156"/>
            <a:ext cx="8320262" cy="322002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indent="0">
              <a:buNone/>
              <a:defRPr sz="1800" spc="300" baseline="0">
                <a:solidFill>
                  <a:schemeClr val="tx2"/>
                </a:solidFill>
                <a:latin typeface="+mn-ea"/>
                <a:ea typeface="+mn-ea"/>
              </a:defRPr>
            </a:lvl1pPr>
            <a:lvl2pPr marL="562737" indent="0">
              <a:buNone/>
              <a:defRPr sz="2215">
                <a:latin typeface="+mn-ea"/>
                <a:ea typeface="+mn-ea"/>
              </a:defRPr>
            </a:lvl2pPr>
            <a:lvl3pPr marL="1125472" indent="0">
              <a:buNone/>
              <a:defRPr sz="2215">
                <a:latin typeface="+mn-ea"/>
                <a:ea typeface="+mn-ea"/>
              </a:defRPr>
            </a:lvl3pPr>
            <a:lvl4pPr marL="1688207" indent="0">
              <a:buNone/>
              <a:defRPr sz="2215">
                <a:latin typeface="+mn-ea"/>
                <a:ea typeface="+mn-ea"/>
              </a:defRPr>
            </a:lvl4pPr>
            <a:lvl5pPr marL="2250944" indent="0">
              <a:buNone/>
              <a:defRPr sz="2215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○○○○株式会社　御中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FFC4BC-D888-44D1-995A-FCC371DF35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1383" y="3827079"/>
            <a:ext cx="5760641" cy="3220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buNone/>
              <a:defRPr sz="1800" kern="1200" spc="100" baseline="0">
                <a:solidFill>
                  <a:schemeClr val="tx2"/>
                </a:solidFill>
              </a:defRPr>
            </a:lvl1pPr>
            <a:lvl2pPr marL="562737" indent="0">
              <a:buNone/>
              <a:defRPr/>
            </a:lvl2pPr>
            <a:lvl3pPr marL="1125472" indent="0">
              <a:buNone/>
              <a:defRPr/>
            </a:lvl3pPr>
            <a:lvl4pPr marL="1688207" indent="0">
              <a:buNone/>
              <a:defRPr/>
            </a:lvl4pPr>
            <a:lvl5pPr marL="2250944" indent="0">
              <a:buNone/>
              <a:defRPr/>
            </a:lvl5pPr>
          </a:lstStyle>
          <a:p>
            <a:pPr lvl="0"/>
            <a:r>
              <a:rPr kumimoji="1" lang="en-US" altLang="ja-JP" dirty="0"/>
              <a:t>2024/xx/xx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257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EF5DCCD8-920E-F09E-FB53-432AF7A81DD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7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6569"/>
          <a:stretch/>
        </p:blipFill>
        <p:spPr bwMode="auto">
          <a:xfrm flipH="1">
            <a:off x="4871863" y="2991421"/>
            <a:ext cx="7320133" cy="386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6F4C76C5-967B-43D1-A539-D70FADE7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3" y="1444070"/>
            <a:ext cx="8640000" cy="1325563"/>
          </a:xfrm>
          <a:prstGeom prst="rect">
            <a:avLst/>
          </a:prstGeom>
        </p:spPr>
        <p:txBody>
          <a:bodyPr lIns="0" tIns="36000" rIns="0" bIns="36000" anchor="b"/>
          <a:lstStyle>
            <a:lvl1pPr algn="l">
              <a:lnSpc>
                <a:spcPct val="100000"/>
              </a:lnSpc>
              <a:defRPr sz="3446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2">
            <a:extLst>
              <a:ext uri="{FF2B5EF4-FFF2-40B4-BE49-F238E27FC236}">
                <a16:creationId xmlns:a16="http://schemas.microsoft.com/office/drawing/2014/main" id="{230B6857-AA64-4518-8F2A-FFB76A58A6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384" y="3789040"/>
            <a:ext cx="8640000" cy="914400"/>
          </a:xfrm>
          <a:prstGeom prst="rect">
            <a:avLst/>
          </a:prstGeom>
        </p:spPr>
        <p:txBody>
          <a:bodyPr lIns="0" tIns="36000" rIns="0" bIns="3600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56273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1125472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168820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2250944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13031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 無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C76C5-967B-43D1-A539-D70FADE7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3" y="1444070"/>
            <a:ext cx="8640000" cy="1325563"/>
          </a:xfrm>
          <a:prstGeom prst="rect">
            <a:avLst/>
          </a:prstGeom>
        </p:spPr>
        <p:txBody>
          <a:bodyPr lIns="0" tIns="36000" rIns="0" bIns="36000" anchor="b"/>
          <a:lstStyle>
            <a:lvl1pPr algn="l">
              <a:lnSpc>
                <a:spcPct val="100000"/>
              </a:lnSpc>
              <a:defRPr sz="3446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2">
            <a:extLst>
              <a:ext uri="{FF2B5EF4-FFF2-40B4-BE49-F238E27FC236}">
                <a16:creationId xmlns:a16="http://schemas.microsoft.com/office/drawing/2014/main" id="{230B6857-AA64-4518-8F2A-FFB76A58A6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384" y="3789040"/>
            <a:ext cx="8640000" cy="914400"/>
          </a:xfrm>
          <a:prstGeom prst="rect">
            <a:avLst/>
          </a:prstGeom>
        </p:spPr>
        <p:txBody>
          <a:bodyPr lIns="0" tIns="36000" rIns="0" bIns="3600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56273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1125472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168820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2250944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55777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ページ　下線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863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ページ　下線あり　OL対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/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13F0F-2B62-84F0-8FA9-F26BB8ACF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343" y="620688"/>
            <a:ext cx="11625395" cy="356307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596282-BB85-5AB9-7D8A-DF0B22B999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1556792"/>
            <a:ext cx="11193346" cy="3140979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85725" indent="0" defTabSz="769938">
              <a:lnSpc>
                <a:spcPct val="11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628650" indent="-2730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600">
                <a:solidFill>
                  <a:schemeClr val="tx2"/>
                </a:solidFill>
                <a:latin typeface="+mn-ea"/>
                <a:ea typeface="+mn-ea"/>
              </a:defRPr>
            </a:lvl2pPr>
            <a:lvl3pPr marL="892175" indent="-1841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1258888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4pPr>
            <a:lvl5pPr marL="1612900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5pPr>
            <a:lvl6pPr marL="1968500" indent="-1714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6pPr>
            <a:lvl7pPr marL="23336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7pPr>
            <a:lvl8pPr marL="26892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8pPr>
            <a:lvl9pPr marL="30448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kumimoji="1" lang="ja-JP" altLang="en-US" dirty="0"/>
              <a:t>マスターテキストの書式設定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268587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ページ　下線あり　OL対応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/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13F0F-2B62-84F0-8FA9-F26BB8ACF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343" y="620688"/>
            <a:ext cx="11625395" cy="324823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BBE9FB30-7971-E901-BCEB-6EEB4A77AA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847" y="5857539"/>
            <a:ext cx="3428306" cy="380480"/>
          </a:xfrm>
          <a:prstGeom prst="rect">
            <a:avLst/>
          </a:prstGeom>
        </p:spPr>
        <p:txBody>
          <a:bodyPr wrap="none" lIns="0" tIns="36000" rIns="36000" bIns="36000">
            <a:sp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99C7E5DD-AA3B-4A96-39C5-643DAE6815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1556792"/>
            <a:ext cx="11193346" cy="3140979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85725" indent="0" defTabSz="769938">
              <a:lnSpc>
                <a:spcPct val="11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628650" indent="-2730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600">
                <a:solidFill>
                  <a:schemeClr val="tx2"/>
                </a:solidFill>
                <a:latin typeface="+mn-ea"/>
                <a:ea typeface="+mn-ea"/>
              </a:defRPr>
            </a:lvl2pPr>
            <a:lvl3pPr marL="892175" indent="-1841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1258888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4pPr>
            <a:lvl5pPr marL="1612900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5pPr>
            <a:lvl6pPr marL="1968500" indent="-1714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6pPr>
            <a:lvl7pPr marL="23336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7pPr>
            <a:lvl8pPr marL="26892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8pPr>
            <a:lvl9pPr marL="30448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kumimoji="1" lang="ja-JP" altLang="en-US" dirty="0"/>
              <a:t>マスターテキストの書式設定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3920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ページ　下線あり　OL対応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/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13F0F-2B62-84F0-8FA9-F26BB8ACF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343" y="620688"/>
            <a:ext cx="11625395" cy="324823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C20C7C06-3C74-94B3-71AD-3D8A4A8212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392" y="5733256"/>
            <a:ext cx="11193345" cy="380480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4">
            <a:extLst>
              <a:ext uri="{FF2B5EF4-FFF2-40B4-BE49-F238E27FC236}">
                <a16:creationId xmlns:a16="http://schemas.microsoft.com/office/drawing/2014/main" id="{399B2A1E-3E23-6A52-995E-B8DEB2A8BA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1556792"/>
            <a:ext cx="11193346" cy="3140979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85725" indent="0" defTabSz="769938">
              <a:lnSpc>
                <a:spcPct val="11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628650" indent="-2730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600">
                <a:solidFill>
                  <a:schemeClr val="tx2"/>
                </a:solidFill>
                <a:latin typeface="+mn-ea"/>
                <a:ea typeface="+mn-ea"/>
              </a:defRPr>
            </a:lvl2pPr>
            <a:lvl3pPr marL="892175" indent="-1841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1258888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4pPr>
            <a:lvl5pPr marL="1612900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5pPr>
            <a:lvl6pPr marL="1968500" indent="-1714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6pPr>
            <a:lvl7pPr marL="23336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7pPr>
            <a:lvl8pPr marL="26892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8pPr>
            <a:lvl9pPr marL="30448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kumimoji="1" lang="ja-JP" altLang="en-US" dirty="0"/>
              <a:t>マスターテキストの書式設定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85005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線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B0158676-A267-7534-CDA0-2A0A15C7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32656"/>
            <a:ext cx="10729192" cy="48436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3817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中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B0158676-A267-7534-CDA0-2A0A15C7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32656"/>
            <a:ext cx="11521280" cy="48436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 sz="2800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2141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197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7061DF-CA5B-43E8-E28E-87AF6568851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65" t="6042" b="33525"/>
          <a:stretch/>
        </p:blipFill>
        <p:spPr bwMode="auto">
          <a:xfrm>
            <a:off x="983432" y="2132856"/>
            <a:ext cx="371973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652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ジェクト実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 28">
            <a:extLst>
              <a:ext uri="{FF2B5EF4-FFF2-40B4-BE49-F238E27FC236}">
                <a16:creationId xmlns:a16="http://schemas.microsoft.com/office/drawing/2014/main" id="{84098DFA-8AD6-4B45-BF07-F6ED8287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97" y="539301"/>
            <a:ext cx="4675809" cy="332967"/>
          </a:xfrm>
          <a:prstGeom prst="rect">
            <a:avLst/>
          </a:prstGeom>
        </p:spPr>
        <p:txBody>
          <a:bodyPr lIns="72000" tIns="36000" rIns="36000" bIns="36000">
            <a:sp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A43020-128B-24DB-ABF4-DA962442037A}"/>
              </a:ext>
            </a:extLst>
          </p:cNvPr>
          <p:cNvSpPr txBox="1"/>
          <p:nvPr userDrawn="1"/>
        </p:nvSpPr>
        <p:spPr>
          <a:xfrm>
            <a:off x="276097" y="129055"/>
            <a:ext cx="1699490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200" b="1" dirty="0" err="1">
                <a:solidFill>
                  <a:schemeClr val="accent6"/>
                </a:solidFill>
              </a:rPr>
              <a:t>Exture</a:t>
            </a:r>
            <a:r>
              <a:rPr kumimoji="1" lang="en-US" altLang="ja-JP" sz="1200" b="1" dirty="0">
                <a:solidFill>
                  <a:schemeClr val="bg1">
                    <a:lumMod val="75000"/>
                  </a:schemeClr>
                </a:solidFill>
              </a:rPr>
              <a:t> Achievements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4FCCE01-47B2-B844-8502-A9CFEF1DA7ED}"/>
              </a:ext>
            </a:extLst>
          </p:cNvPr>
          <p:cNvSpPr/>
          <p:nvPr userDrawn="1"/>
        </p:nvSpPr>
        <p:spPr>
          <a:xfrm>
            <a:off x="5316013" y="463378"/>
            <a:ext cx="6500727" cy="6046579"/>
          </a:xfrm>
          <a:prstGeom prst="roundRect">
            <a:avLst>
              <a:gd name="adj" fmla="val 19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1398210-EBD1-E823-50BE-A8A9AB289264}"/>
              </a:ext>
            </a:extLst>
          </p:cNvPr>
          <p:cNvSpPr txBox="1"/>
          <p:nvPr userDrawn="1"/>
        </p:nvSpPr>
        <p:spPr>
          <a:xfrm>
            <a:off x="5318598" y="129055"/>
            <a:ext cx="830727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200" b="1" dirty="0">
                <a:solidFill>
                  <a:schemeClr val="bg1">
                    <a:lumMod val="75000"/>
                  </a:schemeClr>
                </a:solidFill>
              </a:rPr>
              <a:t>Overview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1D7148B0-6783-522B-7267-77809B1EFE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097" y="1323083"/>
            <a:ext cx="4675809" cy="246020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1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37968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ジェクト振り返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9C4D2870-22D7-7B84-583D-72477B30EE63}"/>
              </a:ext>
            </a:extLst>
          </p:cNvPr>
          <p:cNvSpPr/>
          <p:nvPr userDrawn="1"/>
        </p:nvSpPr>
        <p:spPr>
          <a:xfrm>
            <a:off x="6248016" y="5828960"/>
            <a:ext cx="5727886" cy="6599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33" name="二等辺三角形 32">
            <a:extLst>
              <a:ext uri="{FF2B5EF4-FFF2-40B4-BE49-F238E27FC236}">
                <a16:creationId xmlns:a16="http://schemas.microsoft.com/office/drawing/2014/main" id="{7C5859D4-6AA6-71CE-286A-0099CB6D589B}"/>
              </a:ext>
            </a:extLst>
          </p:cNvPr>
          <p:cNvSpPr/>
          <p:nvPr userDrawn="1"/>
        </p:nvSpPr>
        <p:spPr>
          <a:xfrm>
            <a:off x="6563869" y="5597381"/>
            <a:ext cx="239996" cy="23999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29" name="タイトル 28">
            <a:extLst>
              <a:ext uri="{FF2B5EF4-FFF2-40B4-BE49-F238E27FC236}">
                <a16:creationId xmlns:a16="http://schemas.microsoft.com/office/drawing/2014/main" id="{84098DFA-8AD6-4B45-BF07-F6ED8287A3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098" y="271889"/>
            <a:ext cx="5639906" cy="356307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>
              <a:lnSpc>
                <a:spcPct val="11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プロジェクト名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A43020-128B-24DB-ABF4-DA962442037A}"/>
              </a:ext>
            </a:extLst>
          </p:cNvPr>
          <p:cNvSpPr txBox="1"/>
          <p:nvPr userDrawn="1"/>
        </p:nvSpPr>
        <p:spPr>
          <a:xfrm>
            <a:off x="9883095" y="189054"/>
            <a:ext cx="2032723" cy="309435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400" b="1" dirty="0" err="1">
                <a:solidFill>
                  <a:schemeClr val="accent6"/>
                </a:solidFill>
              </a:rPr>
              <a:t>Exture</a:t>
            </a:r>
            <a:r>
              <a:rPr kumimoji="1" lang="en-US" altLang="ja-JP" sz="1400" b="1" dirty="0">
                <a:solidFill>
                  <a:schemeClr val="bg1">
                    <a:lumMod val="75000"/>
                  </a:schemeClr>
                </a:solidFill>
              </a:rPr>
              <a:t> Project Review</a:t>
            </a:r>
            <a:endParaRPr kumimoji="1" lang="ja-JP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1D7148B0-6783-522B-7267-77809B1EFE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6097" y="1570156"/>
            <a:ext cx="5639906" cy="823871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どんなことをやったのか</a:t>
            </a:r>
            <a:br>
              <a:rPr kumimoji="1" lang="en-US" altLang="ja-JP" dirty="0"/>
            </a:br>
            <a:r>
              <a:rPr kumimoji="1" lang="ja-JP" altLang="en-US" dirty="0"/>
              <a:t>なにをアウトプットしたのか</a:t>
            </a:r>
            <a:br>
              <a:rPr kumimoji="1" lang="en-US" altLang="ja-JP" dirty="0"/>
            </a:br>
            <a:r>
              <a:rPr kumimoji="1" lang="ja-JP" altLang="en-US" dirty="0"/>
              <a:t>どんな特徴があるのか。使ったツール、試したこと、力をいれたこと</a:t>
            </a:r>
            <a:br>
              <a:rPr kumimoji="1" lang="en-US" altLang="ja-JP" dirty="0"/>
            </a:br>
            <a:r>
              <a:rPr kumimoji="1" lang="ja-JP" altLang="en-US" dirty="0"/>
              <a:t>期待したこと</a:t>
            </a:r>
            <a:br>
              <a:rPr kumimoji="1" lang="en-US" altLang="ja-JP" dirty="0"/>
            </a:br>
            <a:r>
              <a:rPr kumimoji="1" lang="ja-JP" altLang="en-US" dirty="0"/>
              <a:t>狙ったこと　</a:t>
            </a:r>
            <a:endParaRPr kumimoji="1"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5E34EEA-F1AB-82CD-FB20-027E76CB8604}"/>
              </a:ext>
            </a:extLst>
          </p:cNvPr>
          <p:cNvSpPr txBox="1"/>
          <p:nvPr userDrawn="1"/>
        </p:nvSpPr>
        <p:spPr>
          <a:xfrm>
            <a:off x="276097" y="1241843"/>
            <a:ext cx="1340161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プロジェクト概要</a:t>
            </a:r>
          </a:p>
        </p:txBody>
      </p:sp>
      <p:sp>
        <p:nvSpPr>
          <p:cNvPr id="13" name="テキスト プレースホルダー 30">
            <a:extLst>
              <a:ext uri="{FF2B5EF4-FFF2-40B4-BE49-F238E27FC236}">
                <a16:creationId xmlns:a16="http://schemas.microsoft.com/office/drawing/2014/main" id="{923DA4F8-85FA-E95D-89E8-FA1240B7FF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097" y="3179434"/>
            <a:ext cx="5639906" cy="366823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うまくいったこと・感謝したこと、</a:t>
            </a:r>
            <a:br>
              <a:rPr kumimoji="1" lang="en-US" altLang="ja-JP" dirty="0"/>
            </a:br>
            <a:r>
              <a:rPr kumimoji="1" lang="ja-JP" altLang="en-US" dirty="0"/>
              <a:t>乗り越えたこと、初だったこと、など好印象なチャレンジ事項を書く。　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7A577C8-52C3-5CE3-7030-85316D4EFE84}"/>
              </a:ext>
            </a:extLst>
          </p:cNvPr>
          <p:cNvSpPr txBox="1"/>
          <p:nvPr userDrawn="1"/>
        </p:nvSpPr>
        <p:spPr>
          <a:xfrm>
            <a:off x="276097" y="2871095"/>
            <a:ext cx="2571267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うまくできたこと・めぐまれたこと</a:t>
            </a:r>
          </a:p>
        </p:txBody>
      </p:sp>
      <p:sp>
        <p:nvSpPr>
          <p:cNvPr id="15" name="テキスト プレースホルダー 30">
            <a:extLst>
              <a:ext uri="{FF2B5EF4-FFF2-40B4-BE49-F238E27FC236}">
                <a16:creationId xmlns:a16="http://schemas.microsoft.com/office/drawing/2014/main" id="{0FDA4280-6175-4045-AA3F-0FCC512AF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207" y="4508354"/>
            <a:ext cx="5639906" cy="519172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大変だったこと</a:t>
            </a:r>
            <a:br>
              <a:rPr kumimoji="1" lang="en-US" altLang="ja-JP" dirty="0"/>
            </a:br>
            <a:r>
              <a:rPr kumimoji="1" lang="ja-JP" altLang="en-US" dirty="0"/>
              <a:t>うまくいかなかったこと</a:t>
            </a:r>
            <a:br>
              <a:rPr kumimoji="1" lang="en-US" altLang="ja-JP" dirty="0"/>
            </a:br>
            <a:r>
              <a:rPr kumimoji="1" lang="ja-JP" altLang="en-US" dirty="0"/>
              <a:t>期待値と違ってたこと　起きたトラブル、ひやりとしたこと　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23A03F1-4655-995F-0263-06635E1DCBCB}"/>
              </a:ext>
            </a:extLst>
          </p:cNvPr>
          <p:cNvSpPr txBox="1"/>
          <p:nvPr userDrawn="1"/>
        </p:nvSpPr>
        <p:spPr>
          <a:xfrm>
            <a:off x="271207" y="4206120"/>
            <a:ext cx="1032384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課題・想定外</a:t>
            </a:r>
          </a:p>
        </p:txBody>
      </p:sp>
      <p:sp>
        <p:nvSpPr>
          <p:cNvPr id="17" name="テキスト プレースホルダー 30">
            <a:extLst>
              <a:ext uri="{FF2B5EF4-FFF2-40B4-BE49-F238E27FC236}">
                <a16:creationId xmlns:a16="http://schemas.microsoft.com/office/drawing/2014/main" id="{AE1833DD-6796-5851-652D-96A90F630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1207" y="5680010"/>
            <a:ext cx="5639906" cy="519172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次に活かすなら。もう一回やるなら次はこうする</a:t>
            </a:r>
            <a:br>
              <a:rPr kumimoji="1" lang="en-US" altLang="ja-JP" dirty="0"/>
            </a:br>
            <a:r>
              <a:rPr kumimoji="1" lang="ja-JP" altLang="en-US" dirty="0"/>
              <a:t>他の案件でもこれはしたほうがいいかも</a:t>
            </a:r>
            <a:br>
              <a:rPr kumimoji="1" lang="en-US" altLang="ja-JP" dirty="0"/>
            </a:br>
            <a:r>
              <a:rPr kumimoji="1" lang="ja-JP" altLang="en-US" dirty="0"/>
              <a:t>個人としてもこれは〇〇が得られた　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F5AC6BE-9D2A-37B2-8A3D-18F139F54A65}"/>
              </a:ext>
            </a:extLst>
          </p:cNvPr>
          <p:cNvSpPr txBox="1"/>
          <p:nvPr userDrawn="1"/>
        </p:nvSpPr>
        <p:spPr>
          <a:xfrm>
            <a:off x="271207" y="5358497"/>
            <a:ext cx="1505271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学び </a:t>
            </a:r>
            <a:r>
              <a:rPr kumimoji="1" lang="en-US" altLang="ja-JP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/ </a:t>
            </a: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今後への共有</a:t>
            </a:r>
          </a:p>
        </p:txBody>
      </p:sp>
      <p:sp>
        <p:nvSpPr>
          <p:cNvPr id="19" name="テキスト プレースホルダー 30">
            <a:extLst>
              <a:ext uri="{FF2B5EF4-FFF2-40B4-BE49-F238E27FC236}">
                <a16:creationId xmlns:a16="http://schemas.microsoft.com/office/drawing/2014/main" id="{D99279B1-3CE9-B69C-13E2-0AED48D540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5044" y="6041433"/>
            <a:ext cx="5279912" cy="261794"/>
          </a:xfrm>
          <a:prstGeom prst="rect">
            <a:avLst/>
          </a:prstGeom>
        </p:spPr>
        <p:txBody>
          <a:bodyPr wrap="square" lIns="72000" tIns="36000" rIns="36000" bIns="36000" anchor="ctr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＊＊＊＊＊＊＊＊＊＊＊＊＊＊＊＊＊＊＊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2237BE2-B3D6-5892-E7BC-7DC24B1ED78D}"/>
              </a:ext>
            </a:extLst>
          </p:cNvPr>
          <p:cNvSpPr txBox="1"/>
          <p:nvPr userDrawn="1"/>
        </p:nvSpPr>
        <p:spPr>
          <a:xfrm>
            <a:off x="6803775" y="5514127"/>
            <a:ext cx="1494049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2"/>
                </a:solidFill>
              </a:rPr>
              <a:t>メンバーからの一言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A7D05A7-7363-501B-4E50-160C56A239F1}"/>
              </a:ext>
            </a:extLst>
          </p:cNvPr>
          <p:cNvSpPr/>
          <p:nvPr userDrawn="1"/>
        </p:nvSpPr>
        <p:spPr>
          <a:xfrm rot="10800000">
            <a:off x="271207" y="669047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DA4C263-A2A2-47BD-B335-5E71A997F88C}"/>
              </a:ext>
            </a:extLst>
          </p:cNvPr>
          <p:cNvSpPr/>
          <p:nvPr userDrawn="1"/>
        </p:nvSpPr>
        <p:spPr>
          <a:xfrm rot="10800000">
            <a:off x="271207" y="1510286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B8CF1D0-08C6-162E-3AB7-350920074EDA}"/>
              </a:ext>
            </a:extLst>
          </p:cNvPr>
          <p:cNvSpPr/>
          <p:nvPr userDrawn="1"/>
        </p:nvSpPr>
        <p:spPr>
          <a:xfrm rot="10800000">
            <a:off x="271207" y="3139538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3923FCE-BD16-D287-C72C-6B61C2F6F84C}"/>
              </a:ext>
            </a:extLst>
          </p:cNvPr>
          <p:cNvSpPr/>
          <p:nvPr userDrawn="1"/>
        </p:nvSpPr>
        <p:spPr>
          <a:xfrm rot="10800000">
            <a:off x="271207" y="4474563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58845E1-7332-A1DD-25AC-86800BC21664}"/>
              </a:ext>
            </a:extLst>
          </p:cNvPr>
          <p:cNvSpPr/>
          <p:nvPr userDrawn="1"/>
        </p:nvSpPr>
        <p:spPr>
          <a:xfrm rot="10800000">
            <a:off x="271207" y="5626940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B0E769A0-D460-3E3F-AD37-3FDCB963E1A8}"/>
              </a:ext>
            </a:extLst>
          </p:cNvPr>
          <p:cNvSpPr/>
          <p:nvPr userDrawn="1"/>
        </p:nvSpPr>
        <p:spPr>
          <a:xfrm>
            <a:off x="6176834" y="561975"/>
            <a:ext cx="5727886" cy="4868898"/>
          </a:xfrm>
          <a:prstGeom prst="roundRect">
            <a:avLst>
              <a:gd name="adj" fmla="val 19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0" name="テキスト プレースホルダー 30">
            <a:extLst>
              <a:ext uri="{FF2B5EF4-FFF2-40B4-BE49-F238E27FC236}">
                <a16:creationId xmlns:a16="http://schemas.microsoft.com/office/drawing/2014/main" id="{C0D9B52A-E8C5-A86A-1B1F-2FB4817E81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6097" y="720961"/>
            <a:ext cx="5639906" cy="157544"/>
          </a:xfrm>
          <a:prstGeom prst="rect">
            <a:avLst/>
          </a:prstGeom>
        </p:spPr>
        <p:txBody>
          <a:bodyPr wrap="square" lIns="72000" tIns="0" rIns="3600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メンバー：　〇〇〇、〇〇○ 、〇〇○ 、〇〇○ 、〇〇○ 、〇〇○</a:t>
            </a:r>
          </a:p>
        </p:txBody>
      </p:sp>
      <p:sp>
        <p:nvSpPr>
          <p:cNvPr id="2" name="テキスト プレースホルダー 30">
            <a:extLst>
              <a:ext uri="{FF2B5EF4-FFF2-40B4-BE49-F238E27FC236}">
                <a16:creationId xmlns:a16="http://schemas.microsoft.com/office/drawing/2014/main" id="{AFC18DDD-EE5D-58F8-9484-850C08DEFD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6097" y="947497"/>
            <a:ext cx="5639906" cy="157544"/>
          </a:xfrm>
          <a:prstGeom prst="rect">
            <a:avLst/>
          </a:prstGeom>
        </p:spPr>
        <p:txBody>
          <a:bodyPr wrap="square" lIns="72000" tIns="0" rIns="3600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期間と金額：　</a:t>
            </a:r>
            <a:r>
              <a:rPr kumimoji="1" lang="en-US" altLang="ja-JP" dirty="0"/>
              <a:t>2025/04-2025/10</a:t>
            </a:r>
            <a:r>
              <a:rPr kumimoji="1" lang="ja-JP" altLang="en-US" dirty="0"/>
              <a:t>　　総額〇〇万</a:t>
            </a:r>
          </a:p>
        </p:txBody>
      </p:sp>
    </p:spTree>
    <p:extLst>
      <p:ext uri="{BB962C8B-B14F-4D97-AF65-F5344CB8AC3E}">
        <p14:creationId xmlns:p14="http://schemas.microsoft.com/office/powerpoint/2010/main" val="2587574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ジェクトキャンバス（分析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61;p15">
            <a:extLst>
              <a:ext uri="{FF2B5EF4-FFF2-40B4-BE49-F238E27FC236}">
                <a16:creationId xmlns:a16="http://schemas.microsoft.com/office/drawing/2014/main" id="{46A01686-C504-B658-DB42-F2EFC232ED37}"/>
              </a:ext>
            </a:extLst>
          </p:cNvPr>
          <p:cNvSpPr/>
          <p:nvPr userDrawn="1"/>
        </p:nvSpPr>
        <p:spPr>
          <a:xfrm>
            <a:off x="455380" y="695628"/>
            <a:ext cx="11244247" cy="5697120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ea typeface="+mn-ea"/>
              <a:cs typeface="HiraMaruProN-W4"/>
              <a:sym typeface="HiraMaruProN-W4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49A5DB6-AF17-2CDE-83EA-BC0374222D3E}"/>
              </a:ext>
            </a:extLst>
          </p:cNvPr>
          <p:cNvCxnSpPr>
            <a:cxnSpLocks/>
          </p:cNvCxnSpPr>
          <p:nvPr userDrawn="1"/>
        </p:nvCxnSpPr>
        <p:spPr>
          <a:xfrm flipH="1">
            <a:off x="6056136" y="591860"/>
            <a:ext cx="7693" cy="5933484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9F80FF9-FDA4-8801-86B1-6C02FCE7E06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1947" y="2850314"/>
            <a:ext cx="11287680" cy="22216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32DD1FE-7436-7969-6F2C-A22ECAF23BBA}"/>
              </a:ext>
            </a:extLst>
          </p:cNvPr>
          <p:cNvCxnSpPr>
            <a:cxnSpLocks/>
          </p:cNvCxnSpPr>
          <p:nvPr userDrawn="1"/>
        </p:nvCxnSpPr>
        <p:spPr>
          <a:xfrm flipH="1">
            <a:off x="6077503" y="1390884"/>
            <a:ext cx="5643048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764C26F-9872-39E8-C822-F0E87E74F759}"/>
              </a:ext>
            </a:extLst>
          </p:cNvPr>
          <p:cNvCxnSpPr>
            <a:cxnSpLocks/>
          </p:cNvCxnSpPr>
          <p:nvPr userDrawn="1"/>
        </p:nvCxnSpPr>
        <p:spPr>
          <a:xfrm flipH="1">
            <a:off x="6077503" y="2150174"/>
            <a:ext cx="5643048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C15523EE-7D51-9ED2-11C5-6FA8759073FC}"/>
              </a:ext>
            </a:extLst>
          </p:cNvPr>
          <p:cNvCxnSpPr>
            <a:cxnSpLocks/>
          </p:cNvCxnSpPr>
          <p:nvPr userDrawn="1"/>
        </p:nvCxnSpPr>
        <p:spPr>
          <a:xfrm>
            <a:off x="3235711" y="2905125"/>
            <a:ext cx="0" cy="3548211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D47779F-ACB6-FCFE-A3B8-28026E7DADE6}"/>
              </a:ext>
            </a:extLst>
          </p:cNvPr>
          <p:cNvCxnSpPr>
            <a:cxnSpLocks/>
          </p:cNvCxnSpPr>
          <p:nvPr userDrawn="1"/>
        </p:nvCxnSpPr>
        <p:spPr>
          <a:xfrm>
            <a:off x="8908341" y="1390884"/>
            <a:ext cx="0" cy="5062452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97399" y="476673"/>
            <a:ext cx="117972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26" name="Google Shape;72;p15">
            <a:extLst>
              <a:ext uri="{FF2B5EF4-FFF2-40B4-BE49-F238E27FC236}">
                <a16:creationId xmlns:a16="http://schemas.microsoft.com/office/drawing/2014/main" id="{0677D375-538D-8025-3628-711D3A7574D8}"/>
              </a:ext>
            </a:extLst>
          </p:cNvPr>
          <p:cNvSpPr txBox="1"/>
          <p:nvPr userDrawn="1"/>
        </p:nvSpPr>
        <p:spPr>
          <a:xfrm>
            <a:off x="455050" y="700453"/>
            <a:ext cx="56935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テーマ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7" name="Google Shape;73;p15">
            <a:extLst>
              <a:ext uri="{FF2B5EF4-FFF2-40B4-BE49-F238E27FC236}">
                <a16:creationId xmlns:a16="http://schemas.microsoft.com/office/drawing/2014/main" id="{73ED1D2F-7C82-676F-FD3A-B025167AFB3C}"/>
              </a:ext>
            </a:extLst>
          </p:cNvPr>
          <p:cNvSpPr txBox="1"/>
          <p:nvPr userDrawn="1"/>
        </p:nvSpPr>
        <p:spPr>
          <a:xfrm>
            <a:off x="455050" y="1803014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ビジネスインパクト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Google Shape;74;p15">
            <a:extLst>
              <a:ext uri="{FF2B5EF4-FFF2-40B4-BE49-F238E27FC236}">
                <a16:creationId xmlns:a16="http://schemas.microsoft.com/office/drawing/2014/main" id="{C8E59A64-8B4E-CF0A-E7C6-8347E234D55A}"/>
              </a:ext>
            </a:extLst>
          </p:cNvPr>
          <p:cNvSpPr txBox="1"/>
          <p:nvPr userDrawn="1"/>
        </p:nvSpPr>
        <p:spPr>
          <a:xfrm>
            <a:off x="6085757" y="695627"/>
            <a:ext cx="44111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期間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" name="Google Shape;75;p15">
            <a:extLst>
              <a:ext uri="{FF2B5EF4-FFF2-40B4-BE49-F238E27FC236}">
                <a16:creationId xmlns:a16="http://schemas.microsoft.com/office/drawing/2014/main" id="{BFAF476C-DBDC-00E2-0BBF-3F018F2F9D3F}"/>
              </a:ext>
            </a:extLst>
          </p:cNvPr>
          <p:cNvSpPr txBox="1"/>
          <p:nvPr userDrawn="1"/>
        </p:nvSpPr>
        <p:spPr>
          <a:xfrm>
            <a:off x="6085757" y="1430668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分析頻度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0" name="Google Shape;76;p15">
            <a:extLst>
              <a:ext uri="{FF2B5EF4-FFF2-40B4-BE49-F238E27FC236}">
                <a16:creationId xmlns:a16="http://schemas.microsoft.com/office/drawing/2014/main" id="{A3FBCA46-B430-35EF-E747-F6E1F1ECDFA9}"/>
              </a:ext>
            </a:extLst>
          </p:cNvPr>
          <p:cNvSpPr txBox="1"/>
          <p:nvPr userDrawn="1"/>
        </p:nvSpPr>
        <p:spPr>
          <a:xfrm>
            <a:off x="6085757" y="2165708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データ準備（主担当）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1" name="Google Shape;77;p15">
            <a:extLst>
              <a:ext uri="{FF2B5EF4-FFF2-40B4-BE49-F238E27FC236}">
                <a16:creationId xmlns:a16="http://schemas.microsoft.com/office/drawing/2014/main" id="{9FE350F8-F6D8-6C4A-DDC0-274445E31310}"/>
              </a:ext>
            </a:extLst>
          </p:cNvPr>
          <p:cNvSpPr txBox="1"/>
          <p:nvPr userDrawn="1"/>
        </p:nvSpPr>
        <p:spPr>
          <a:xfrm>
            <a:off x="8915961" y="1430668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着手判断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2" name="Google Shape;78;p15">
            <a:extLst>
              <a:ext uri="{FF2B5EF4-FFF2-40B4-BE49-F238E27FC236}">
                <a16:creationId xmlns:a16="http://schemas.microsoft.com/office/drawing/2014/main" id="{0B2C5DC2-B051-1D5E-84D1-5035625E0DE5}"/>
              </a:ext>
            </a:extLst>
          </p:cNvPr>
          <p:cNvSpPr txBox="1"/>
          <p:nvPr userDrawn="1"/>
        </p:nvSpPr>
        <p:spPr>
          <a:xfrm>
            <a:off x="8915961" y="2165708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施策立案（主担当）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3" name="Google Shape;79;p15">
            <a:extLst>
              <a:ext uri="{FF2B5EF4-FFF2-40B4-BE49-F238E27FC236}">
                <a16:creationId xmlns:a16="http://schemas.microsoft.com/office/drawing/2014/main" id="{112DE172-4DF3-7229-C09F-684954A06AD0}"/>
              </a:ext>
            </a:extLst>
          </p:cNvPr>
          <p:cNvSpPr txBox="1"/>
          <p:nvPr userDrawn="1"/>
        </p:nvSpPr>
        <p:spPr>
          <a:xfrm>
            <a:off x="8915961" y="2900749"/>
            <a:ext cx="95407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データソース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4" name="Google Shape;80;p15">
            <a:extLst>
              <a:ext uri="{FF2B5EF4-FFF2-40B4-BE49-F238E27FC236}">
                <a16:creationId xmlns:a16="http://schemas.microsoft.com/office/drawing/2014/main" id="{45C54162-0F08-7DBB-F32E-252E0D700BEE}"/>
              </a:ext>
            </a:extLst>
          </p:cNvPr>
          <p:cNvSpPr txBox="1"/>
          <p:nvPr userDrawn="1"/>
        </p:nvSpPr>
        <p:spPr>
          <a:xfrm>
            <a:off x="6085757" y="2900749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成功基準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5" name="Google Shape;81;p15">
            <a:extLst>
              <a:ext uri="{FF2B5EF4-FFF2-40B4-BE49-F238E27FC236}">
                <a16:creationId xmlns:a16="http://schemas.microsoft.com/office/drawing/2014/main" id="{746EF045-F59B-536D-C83D-67922F509BD3}"/>
              </a:ext>
            </a:extLst>
          </p:cNvPr>
          <p:cNvSpPr txBox="1"/>
          <p:nvPr userDrawn="1"/>
        </p:nvSpPr>
        <p:spPr>
          <a:xfrm>
            <a:off x="455050" y="2905575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誰のため、何のため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6" name="Google Shape;82;p15">
            <a:extLst>
              <a:ext uri="{FF2B5EF4-FFF2-40B4-BE49-F238E27FC236}">
                <a16:creationId xmlns:a16="http://schemas.microsoft.com/office/drawing/2014/main" id="{D5E5079B-4B89-12A8-6D76-8BD01F16F336}"/>
              </a:ext>
            </a:extLst>
          </p:cNvPr>
          <p:cNvSpPr txBox="1"/>
          <p:nvPr userDrawn="1"/>
        </p:nvSpPr>
        <p:spPr>
          <a:xfrm>
            <a:off x="3273029" y="2900749"/>
            <a:ext cx="108231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想定アクション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47" name="Google Shape;93;p15">
            <a:extLst>
              <a:ext uri="{FF2B5EF4-FFF2-40B4-BE49-F238E27FC236}">
                <a16:creationId xmlns:a16="http://schemas.microsoft.com/office/drawing/2014/main" id="{29B532C9-B918-8A7F-5830-A29D77D8D0F5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10554" y="1286579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94;p15">
            <a:extLst>
              <a:ext uri="{FF2B5EF4-FFF2-40B4-BE49-F238E27FC236}">
                <a16:creationId xmlns:a16="http://schemas.microsoft.com/office/drawing/2014/main" id="{26096CE1-A623-1C9C-CF11-DDD441F0D22D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0902" y="940642"/>
            <a:ext cx="418725" cy="450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95;p15">
            <a:extLst>
              <a:ext uri="{FF2B5EF4-FFF2-40B4-BE49-F238E27FC236}">
                <a16:creationId xmlns:a16="http://schemas.microsoft.com/office/drawing/2014/main" id="{D6B952DA-7ED9-5ED4-B47F-396445EA4548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3869" y="1759215"/>
            <a:ext cx="395229" cy="390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96;p15">
            <a:extLst>
              <a:ext uri="{FF2B5EF4-FFF2-40B4-BE49-F238E27FC236}">
                <a16:creationId xmlns:a16="http://schemas.microsoft.com/office/drawing/2014/main" id="{899F9DDB-80EB-450E-E5BC-2C489E72766C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29851" y="1718926"/>
            <a:ext cx="360871" cy="40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97;p15">
            <a:extLst>
              <a:ext uri="{FF2B5EF4-FFF2-40B4-BE49-F238E27FC236}">
                <a16:creationId xmlns:a16="http://schemas.microsoft.com/office/drawing/2014/main" id="{6A3C78BF-A969-A292-14C6-1F301F4E4F7F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97102" y="2453292"/>
            <a:ext cx="390717" cy="40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98;p15">
            <a:extLst>
              <a:ext uri="{FF2B5EF4-FFF2-40B4-BE49-F238E27FC236}">
                <a16:creationId xmlns:a16="http://schemas.microsoft.com/office/drawing/2014/main" id="{AA183FDC-2A97-CE65-3D4D-F059C7227FA3}"/>
              </a:ext>
            </a:extLst>
          </p:cNvPr>
          <p:cNvPicPr preferRelativeResize="0"/>
          <p:nvPr userDrawn="1"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2818" y="2388203"/>
            <a:ext cx="509628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99;p15">
            <a:extLst>
              <a:ext uri="{FF2B5EF4-FFF2-40B4-BE49-F238E27FC236}">
                <a16:creationId xmlns:a16="http://schemas.microsoft.com/office/drawing/2014/main" id="{6210A7F7-42CF-86AD-1AFC-5E124A95D7B6}"/>
              </a:ext>
            </a:extLst>
          </p:cNvPr>
          <p:cNvPicPr preferRelativeResize="0"/>
          <p:nvPr userDrawn="1"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55136" y="5868154"/>
            <a:ext cx="473693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100;p15">
            <a:extLst>
              <a:ext uri="{FF2B5EF4-FFF2-40B4-BE49-F238E27FC236}">
                <a16:creationId xmlns:a16="http://schemas.microsoft.com/office/drawing/2014/main" id="{4AE163AF-9D5B-2A73-648C-8A1B5AD0238D}"/>
              </a:ext>
            </a:extLst>
          </p:cNvPr>
          <p:cNvPicPr preferRelativeResize="0"/>
          <p:nvPr userDrawn="1"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0936" y="5907147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101;p15">
            <a:extLst>
              <a:ext uri="{FF2B5EF4-FFF2-40B4-BE49-F238E27FC236}">
                <a16:creationId xmlns:a16="http://schemas.microsoft.com/office/drawing/2014/main" id="{3E2E6A12-2E8E-E37D-A6AF-AA7EFC73C85B}"/>
              </a:ext>
            </a:extLst>
          </p:cNvPr>
          <p:cNvPicPr preferRelativeResize="0"/>
          <p:nvPr userDrawn="1"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53408" y="2485443"/>
            <a:ext cx="390886" cy="390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103;p15">
            <a:extLst>
              <a:ext uri="{FF2B5EF4-FFF2-40B4-BE49-F238E27FC236}">
                <a16:creationId xmlns:a16="http://schemas.microsoft.com/office/drawing/2014/main" id="{C7B09D12-E72A-B4E9-4C67-48846D9835E9}"/>
              </a:ext>
            </a:extLst>
          </p:cNvPr>
          <p:cNvPicPr preferRelativeResize="0"/>
          <p:nvPr userDrawn="1"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21163" y="5868154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104;p15">
            <a:extLst>
              <a:ext uri="{FF2B5EF4-FFF2-40B4-BE49-F238E27FC236}">
                <a16:creationId xmlns:a16="http://schemas.microsoft.com/office/drawing/2014/main" id="{90D5BCF5-03D2-CFCD-BB20-22DD68C0439C}"/>
              </a:ext>
            </a:extLst>
          </p:cNvPr>
          <p:cNvPicPr preferRelativeResize="0"/>
          <p:nvPr userDrawn="1"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30524" y="5868154"/>
            <a:ext cx="490027" cy="49002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83;p15">
            <a:extLst>
              <a:ext uri="{FF2B5EF4-FFF2-40B4-BE49-F238E27FC236}">
                <a16:creationId xmlns:a16="http://schemas.microsoft.com/office/drawing/2014/main" id="{457B5865-B997-FD0E-7199-4ED43FDFE806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455050" y="990377"/>
            <a:ext cx="4978900" cy="755434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3" name="Google Shape;83;p15">
            <a:extLst>
              <a:ext uri="{FF2B5EF4-FFF2-40B4-BE49-F238E27FC236}">
                <a16:creationId xmlns:a16="http://schemas.microsoft.com/office/drawing/2014/main" id="{8EFA4A23-C104-646C-9E64-3C9BEE8EA688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455050" y="2087465"/>
            <a:ext cx="4978900" cy="755434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4" name="Google Shape;83;p15">
            <a:extLst>
              <a:ext uri="{FF2B5EF4-FFF2-40B4-BE49-F238E27FC236}">
                <a16:creationId xmlns:a16="http://schemas.microsoft.com/office/drawing/2014/main" id="{78710996-CFCD-BFFE-51CB-6313A1FFC4FF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6085757" y="980193"/>
            <a:ext cx="4962160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5" name="Google Shape;83;p15">
            <a:extLst>
              <a:ext uri="{FF2B5EF4-FFF2-40B4-BE49-F238E27FC236}">
                <a16:creationId xmlns:a16="http://schemas.microsoft.com/office/drawing/2014/main" id="{0927B0B9-F7AD-B930-D111-D6A6746B7855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6085757" y="1685705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6" name="Google Shape;83;p15">
            <a:extLst>
              <a:ext uri="{FF2B5EF4-FFF2-40B4-BE49-F238E27FC236}">
                <a16:creationId xmlns:a16="http://schemas.microsoft.com/office/drawing/2014/main" id="{698E1D8B-2886-84DB-2E46-CFDBF9FC30B9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8915961" y="1685705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7" name="Google Shape;83;p15">
            <a:extLst>
              <a:ext uri="{FF2B5EF4-FFF2-40B4-BE49-F238E27FC236}">
                <a16:creationId xmlns:a16="http://schemas.microsoft.com/office/drawing/2014/main" id="{63C6FB79-0E55-40FC-7782-09A366D92F27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6085757" y="2428651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8" name="Google Shape;83;p15">
            <a:extLst>
              <a:ext uri="{FF2B5EF4-FFF2-40B4-BE49-F238E27FC236}">
                <a16:creationId xmlns:a16="http://schemas.microsoft.com/office/drawing/2014/main" id="{53074DCA-BBBA-14B1-1BC6-337CFDCAFC01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8915961" y="2428651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9" name="Google Shape;83;p15">
            <a:extLst>
              <a:ext uri="{FF2B5EF4-FFF2-40B4-BE49-F238E27FC236}">
                <a16:creationId xmlns:a16="http://schemas.microsoft.com/office/drawing/2014/main" id="{7274F00F-FB79-CA19-58A3-A2EC72097FC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455050" y="3186973"/>
            <a:ext cx="2758536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0" name="Google Shape;83;p15">
            <a:extLst>
              <a:ext uri="{FF2B5EF4-FFF2-40B4-BE49-F238E27FC236}">
                <a16:creationId xmlns:a16="http://schemas.microsoft.com/office/drawing/2014/main" id="{18BF07E3-4D17-25E2-6930-E9D2930959A2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3273027" y="3182147"/>
            <a:ext cx="2758536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1" name="Google Shape;83;p15">
            <a:extLst>
              <a:ext uri="{FF2B5EF4-FFF2-40B4-BE49-F238E27FC236}">
                <a16:creationId xmlns:a16="http://schemas.microsoft.com/office/drawing/2014/main" id="{DE58D3A6-E80F-A0EB-C169-2139DC9190B0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6085757" y="3182147"/>
            <a:ext cx="2808909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2" name="Google Shape;83;p15">
            <a:extLst>
              <a:ext uri="{FF2B5EF4-FFF2-40B4-BE49-F238E27FC236}">
                <a16:creationId xmlns:a16="http://schemas.microsoft.com/office/drawing/2014/main" id="{A162BF82-1506-6589-4172-B4A4BC8EF5E8}"/>
              </a:ext>
            </a:extLst>
          </p:cNvPr>
          <p:cNvSpPr txBox="1">
            <a:spLocks noGrp="1"/>
          </p:cNvSpPr>
          <p:nvPr>
            <p:ph type="body" idx="25"/>
          </p:nvPr>
        </p:nvSpPr>
        <p:spPr>
          <a:xfrm>
            <a:off x="8915961" y="3182147"/>
            <a:ext cx="2758536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81AFE813-74C7-89A2-C015-56B8420DAF7C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1764724"/>
            <a:ext cx="566555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547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ジェクトキャンバス（BI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1;p16">
            <a:extLst>
              <a:ext uri="{FF2B5EF4-FFF2-40B4-BE49-F238E27FC236}">
                <a16:creationId xmlns:a16="http://schemas.microsoft.com/office/drawing/2014/main" id="{EC1D6462-7946-1950-817D-4461C5B4092C}"/>
              </a:ext>
            </a:extLst>
          </p:cNvPr>
          <p:cNvSpPr/>
          <p:nvPr userDrawn="1"/>
        </p:nvSpPr>
        <p:spPr>
          <a:xfrm>
            <a:off x="446887" y="695627"/>
            <a:ext cx="11231336" cy="5704042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8735F7A5-AECB-EFBF-BD22-AF84C198743D}"/>
              </a:ext>
            </a:extLst>
          </p:cNvPr>
          <p:cNvCxnSpPr>
            <a:cxnSpLocks/>
          </p:cNvCxnSpPr>
          <p:nvPr userDrawn="1"/>
        </p:nvCxnSpPr>
        <p:spPr>
          <a:xfrm>
            <a:off x="6056136" y="2158230"/>
            <a:ext cx="0" cy="4367114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コネクタ 136">
            <a:extLst>
              <a:ext uri="{FF2B5EF4-FFF2-40B4-BE49-F238E27FC236}">
                <a16:creationId xmlns:a16="http://schemas.microsoft.com/office/drawing/2014/main" id="{C1CA8C7E-C549-42B9-2A17-1BEA7A51BEAF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1391344"/>
            <a:ext cx="1128532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9E3665FD-1AD1-FD73-6A59-3C92224DD1F9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2155114"/>
            <a:ext cx="1128532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6C646504-DB74-ACF8-121E-C046E5AB4989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3980982"/>
            <a:ext cx="5651882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コネクタ 142">
            <a:extLst>
              <a:ext uri="{FF2B5EF4-FFF2-40B4-BE49-F238E27FC236}">
                <a16:creationId xmlns:a16="http://schemas.microsoft.com/office/drawing/2014/main" id="{295A949B-4751-8850-DF73-F0AE6ABADDDF}"/>
              </a:ext>
            </a:extLst>
          </p:cNvPr>
          <p:cNvCxnSpPr>
            <a:cxnSpLocks/>
          </p:cNvCxnSpPr>
          <p:nvPr userDrawn="1"/>
        </p:nvCxnSpPr>
        <p:spPr>
          <a:xfrm>
            <a:off x="4662015" y="660400"/>
            <a:ext cx="0" cy="148590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3512608D-BD23-77F2-0CB8-9F8E141DB6F6}"/>
              </a:ext>
            </a:extLst>
          </p:cNvPr>
          <p:cNvCxnSpPr>
            <a:cxnSpLocks/>
          </p:cNvCxnSpPr>
          <p:nvPr userDrawn="1"/>
        </p:nvCxnSpPr>
        <p:spPr>
          <a:xfrm>
            <a:off x="8890214" y="660400"/>
            <a:ext cx="0" cy="5739269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18BB06A5-EC3C-056D-C7B7-FF73EF2ABB63}"/>
              </a:ext>
            </a:extLst>
          </p:cNvPr>
          <p:cNvCxnSpPr>
            <a:cxnSpLocks/>
          </p:cNvCxnSpPr>
          <p:nvPr userDrawn="1"/>
        </p:nvCxnSpPr>
        <p:spPr>
          <a:xfrm>
            <a:off x="3237016" y="2158230"/>
            <a:ext cx="0" cy="4241439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C831A2F3-1A16-3DC8-0A9D-B126BE0CAE66}"/>
              </a:ext>
            </a:extLst>
          </p:cNvPr>
          <p:cNvCxnSpPr>
            <a:cxnSpLocks/>
          </p:cNvCxnSpPr>
          <p:nvPr userDrawn="1"/>
        </p:nvCxnSpPr>
        <p:spPr>
          <a:xfrm flipH="1">
            <a:off x="8890214" y="3538513"/>
            <a:ext cx="2807059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コネクタ 152">
            <a:extLst>
              <a:ext uri="{FF2B5EF4-FFF2-40B4-BE49-F238E27FC236}">
                <a16:creationId xmlns:a16="http://schemas.microsoft.com/office/drawing/2014/main" id="{7D06B0C7-5BC1-9E99-F17E-DB8AA00AAFB3}"/>
              </a:ext>
            </a:extLst>
          </p:cNvPr>
          <p:cNvCxnSpPr>
            <a:cxnSpLocks/>
          </p:cNvCxnSpPr>
          <p:nvPr userDrawn="1"/>
        </p:nvCxnSpPr>
        <p:spPr>
          <a:xfrm flipH="1">
            <a:off x="8890214" y="4696090"/>
            <a:ext cx="2807059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 userDrawn="1"/>
        </p:nvSpPr>
        <p:spPr>
          <a:xfrm rot="10800000">
            <a:off x="197399" y="476673"/>
            <a:ext cx="117972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pic>
        <p:nvPicPr>
          <p:cNvPr id="60" name="Google Shape;130;p16">
            <a:extLst>
              <a:ext uri="{FF2B5EF4-FFF2-40B4-BE49-F238E27FC236}">
                <a16:creationId xmlns:a16="http://schemas.microsoft.com/office/drawing/2014/main" id="{1AC62848-0C55-D4A2-CC55-C7BFA19F558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5544" y="3510077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131;p16">
            <a:extLst>
              <a:ext uri="{FF2B5EF4-FFF2-40B4-BE49-F238E27FC236}">
                <a16:creationId xmlns:a16="http://schemas.microsoft.com/office/drawing/2014/main" id="{C5A70333-F06F-75F7-EA7B-BB48EF0E6271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145" y="5886801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132;p16">
            <a:extLst>
              <a:ext uri="{FF2B5EF4-FFF2-40B4-BE49-F238E27FC236}">
                <a16:creationId xmlns:a16="http://schemas.microsoft.com/office/drawing/2014/main" id="{034A7320-5364-A443-69B1-1B0E2A61533B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8301" y="3470036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136;p16">
            <a:extLst>
              <a:ext uri="{FF2B5EF4-FFF2-40B4-BE49-F238E27FC236}">
                <a16:creationId xmlns:a16="http://schemas.microsoft.com/office/drawing/2014/main" id="{26D0DD73-81BF-3E77-7B89-7F28E1D1A2D1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6716" y="5868481"/>
            <a:ext cx="473060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137;p16">
            <a:extLst>
              <a:ext uri="{FF2B5EF4-FFF2-40B4-BE49-F238E27FC236}">
                <a16:creationId xmlns:a16="http://schemas.microsoft.com/office/drawing/2014/main" id="{597CD30B-36BE-39B7-6DC8-5ADE21B761EF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7924" y="5910297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138;p16">
            <a:extLst>
              <a:ext uri="{FF2B5EF4-FFF2-40B4-BE49-F238E27FC236}">
                <a16:creationId xmlns:a16="http://schemas.microsoft.com/office/drawing/2014/main" id="{75D16F85-0323-60DF-07EE-0348A5DC9ABA}"/>
              </a:ext>
            </a:extLst>
          </p:cNvPr>
          <p:cNvPicPr preferRelativeResize="0"/>
          <p:nvPr userDrawn="1"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5139" y="910785"/>
            <a:ext cx="438277" cy="43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139;p16">
            <a:extLst>
              <a:ext uri="{FF2B5EF4-FFF2-40B4-BE49-F238E27FC236}">
                <a16:creationId xmlns:a16="http://schemas.microsoft.com/office/drawing/2014/main" id="{5E1C0442-E9B6-F622-2907-82A4B4ADC425}"/>
              </a:ext>
            </a:extLst>
          </p:cNvPr>
          <p:cNvPicPr preferRelativeResize="0"/>
          <p:nvPr userDrawn="1"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42960" y="906780"/>
            <a:ext cx="447254" cy="473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140;p16">
            <a:extLst>
              <a:ext uri="{FF2B5EF4-FFF2-40B4-BE49-F238E27FC236}">
                <a16:creationId xmlns:a16="http://schemas.microsoft.com/office/drawing/2014/main" id="{18820737-6779-E139-D02D-4274120453AE}"/>
              </a:ext>
            </a:extLst>
          </p:cNvPr>
          <p:cNvPicPr preferRelativeResize="0"/>
          <p:nvPr userDrawn="1"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29228" y="1650295"/>
            <a:ext cx="448000" cy="474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141;p16">
            <a:extLst>
              <a:ext uri="{FF2B5EF4-FFF2-40B4-BE49-F238E27FC236}">
                <a16:creationId xmlns:a16="http://schemas.microsoft.com/office/drawing/2014/main" id="{43CF1FBC-7704-9BA3-2CBE-ED4B7E1F0329}"/>
              </a:ext>
            </a:extLst>
          </p:cNvPr>
          <p:cNvPicPr preferRelativeResize="0"/>
          <p:nvPr userDrawn="1"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07178" y="1610149"/>
            <a:ext cx="438277" cy="43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156;p16">
            <a:extLst>
              <a:ext uri="{FF2B5EF4-FFF2-40B4-BE49-F238E27FC236}">
                <a16:creationId xmlns:a16="http://schemas.microsoft.com/office/drawing/2014/main" id="{B1EAFF3D-94B8-DD8E-413D-6DDD93F019FF}"/>
              </a:ext>
            </a:extLst>
          </p:cNvPr>
          <p:cNvPicPr preferRelativeResize="0"/>
          <p:nvPr userDrawn="1"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247121" y="1670115"/>
            <a:ext cx="450152" cy="450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157;p16">
            <a:extLst>
              <a:ext uri="{FF2B5EF4-FFF2-40B4-BE49-F238E27FC236}">
                <a16:creationId xmlns:a16="http://schemas.microsoft.com/office/drawing/2014/main" id="{69F798DA-3416-FB69-1CEE-CA70CCE9E7C8}"/>
              </a:ext>
            </a:extLst>
          </p:cNvPr>
          <p:cNvPicPr preferRelativeResize="0"/>
          <p:nvPr userDrawn="1"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66584" y="899161"/>
            <a:ext cx="433116" cy="43311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72;p15">
            <a:extLst>
              <a:ext uri="{FF2B5EF4-FFF2-40B4-BE49-F238E27FC236}">
                <a16:creationId xmlns:a16="http://schemas.microsoft.com/office/drawing/2014/main" id="{56197895-93D7-ECF5-1EAC-44FD6D736786}"/>
              </a:ext>
            </a:extLst>
          </p:cNvPr>
          <p:cNvSpPr txBox="1"/>
          <p:nvPr userDrawn="1"/>
        </p:nvSpPr>
        <p:spPr>
          <a:xfrm>
            <a:off x="444140" y="695666"/>
            <a:ext cx="56935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テーマ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1" name="Google Shape;72;p15">
            <a:extLst>
              <a:ext uri="{FF2B5EF4-FFF2-40B4-BE49-F238E27FC236}">
                <a16:creationId xmlns:a16="http://schemas.microsoft.com/office/drawing/2014/main" id="{A5332EA4-881A-528F-BB4D-0A5AAACC37CF}"/>
              </a:ext>
            </a:extLst>
          </p:cNvPr>
          <p:cNvSpPr txBox="1"/>
          <p:nvPr userDrawn="1"/>
        </p:nvSpPr>
        <p:spPr>
          <a:xfrm>
            <a:off x="444140" y="1372350"/>
            <a:ext cx="82583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現状の課題</a:t>
            </a:r>
          </a:p>
        </p:txBody>
      </p:sp>
      <p:sp>
        <p:nvSpPr>
          <p:cNvPr id="102" name="Google Shape;72;p15">
            <a:extLst>
              <a:ext uri="{FF2B5EF4-FFF2-40B4-BE49-F238E27FC236}">
                <a16:creationId xmlns:a16="http://schemas.microsoft.com/office/drawing/2014/main" id="{A1E7CD2F-3A01-173C-245D-6AD47C96F1BB}"/>
              </a:ext>
            </a:extLst>
          </p:cNvPr>
          <p:cNvSpPr txBox="1"/>
          <p:nvPr userDrawn="1"/>
        </p:nvSpPr>
        <p:spPr>
          <a:xfrm>
            <a:off x="444140" y="2151033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現在のデータ利用状況</a:t>
            </a:r>
          </a:p>
        </p:txBody>
      </p:sp>
      <p:sp>
        <p:nvSpPr>
          <p:cNvPr id="103" name="Google Shape;72;p15">
            <a:extLst>
              <a:ext uri="{FF2B5EF4-FFF2-40B4-BE49-F238E27FC236}">
                <a16:creationId xmlns:a16="http://schemas.microsoft.com/office/drawing/2014/main" id="{90E45A92-398E-4DFE-0418-3B771F7A02CB}"/>
              </a:ext>
            </a:extLst>
          </p:cNvPr>
          <p:cNvSpPr txBox="1"/>
          <p:nvPr userDrawn="1"/>
        </p:nvSpPr>
        <p:spPr>
          <a:xfrm>
            <a:off x="444140" y="3980982"/>
            <a:ext cx="82583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利用シーン</a:t>
            </a:r>
          </a:p>
        </p:txBody>
      </p:sp>
      <p:sp>
        <p:nvSpPr>
          <p:cNvPr id="104" name="Google Shape;72;p15">
            <a:extLst>
              <a:ext uri="{FF2B5EF4-FFF2-40B4-BE49-F238E27FC236}">
                <a16:creationId xmlns:a16="http://schemas.microsoft.com/office/drawing/2014/main" id="{528F5205-03A6-936F-2004-D7BA11C87C44}"/>
              </a:ext>
            </a:extLst>
          </p:cNvPr>
          <p:cNvSpPr txBox="1"/>
          <p:nvPr userDrawn="1"/>
        </p:nvSpPr>
        <p:spPr>
          <a:xfrm>
            <a:off x="4686639" y="690196"/>
            <a:ext cx="44111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期間</a:t>
            </a:r>
          </a:p>
        </p:txBody>
      </p:sp>
      <p:sp>
        <p:nvSpPr>
          <p:cNvPr id="105" name="Google Shape;72;p15">
            <a:extLst>
              <a:ext uri="{FF2B5EF4-FFF2-40B4-BE49-F238E27FC236}">
                <a16:creationId xmlns:a16="http://schemas.microsoft.com/office/drawing/2014/main" id="{61E3C4D4-42FB-6812-DFFE-42C64009639A}"/>
              </a:ext>
            </a:extLst>
          </p:cNvPr>
          <p:cNvSpPr txBox="1"/>
          <p:nvPr userDrawn="1"/>
        </p:nvSpPr>
        <p:spPr>
          <a:xfrm>
            <a:off x="4686639" y="1377701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ビジネスインパクト</a:t>
            </a:r>
          </a:p>
        </p:txBody>
      </p:sp>
      <p:sp>
        <p:nvSpPr>
          <p:cNvPr id="106" name="Google Shape;72;p15">
            <a:extLst>
              <a:ext uri="{FF2B5EF4-FFF2-40B4-BE49-F238E27FC236}">
                <a16:creationId xmlns:a16="http://schemas.microsoft.com/office/drawing/2014/main" id="{EB9804D7-CAB9-A4E0-DA7B-BF0BCDBE96A6}"/>
              </a:ext>
            </a:extLst>
          </p:cNvPr>
          <p:cNvSpPr txBox="1"/>
          <p:nvPr userDrawn="1"/>
        </p:nvSpPr>
        <p:spPr>
          <a:xfrm>
            <a:off x="8898122" y="684596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着手判断</a:t>
            </a:r>
          </a:p>
        </p:txBody>
      </p:sp>
      <p:sp>
        <p:nvSpPr>
          <p:cNvPr id="107" name="Google Shape;72;p15">
            <a:extLst>
              <a:ext uri="{FF2B5EF4-FFF2-40B4-BE49-F238E27FC236}">
                <a16:creationId xmlns:a16="http://schemas.microsoft.com/office/drawing/2014/main" id="{94DF19C0-8B60-14C6-6A08-F1F7F4BF7F8E}"/>
              </a:ext>
            </a:extLst>
          </p:cNvPr>
          <p:cNvSpPr txBox="1"/>
          <p:nvPr userDrawn="1"/>
        </p:nvSpPr>
        <p:spPr>
          <a:xfrm>
            <a:off x="8898122" y="1372101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データ準備（主担当）</a:t>
            </a:r>
          </a:p>
        </p:txBody>
      </p:sp>
      <p:sp>
        <p:nvSpPr>
          <p:cNvPr id="112" name="Google Shape;72;p15">
            <a:extLst>
              <a:ext uri="{FF2B5EF4-FFF2-40B4-BE49-F238E27FC236}">
                <a16:creationId xmlns:a16="http://schemas.microsoft.com/office/drawing/2014/main" id="{FD729D17-7254-A1BD-3D5B-4798D474ACF1}"/>
              </a:ext>
            </a:extLst>
          </p:cNvPr>
          <p:cNvSpPr txBox="1"/>
          <p:nvPr userDrawn="1"/>
        </p:nvSpPr>
        <p:spPr>
          <a:xfrm>
            <a:off x="3256066" y="2151033"/>
            <a:ext cx="691185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1000" b="0" dirty="0">
                <a:solidFill>
                  <a:srgbClr val="B7B7B7"/>
                </a:solidFill>
              </a:rPr>
              <a:t>BI</a:t>
            </a:r>
            <a:r>
              <a:rPr lang="ja-JP" altLang="en-US" sz="1000" b="0" dirty="0">
                <a:solidFill>
                  <a:srgbClr val="B7B7B7"/>
                </a:solidFill>
              </a:rPr>
              <a:t>ツール</a:t>
            </a:r>
          </a:p>
        </p:txBody>
      </p:sp>
      <p:sp>
        <p:nvSpPr>
          <p:cNvPr id="113" name="Google Shape;72;p15">
            <a:extLst>
              <a:ext uri="{FF2B5EF4-FFF2-40B4-BE49-F238E27FC236}">
                <a16:creationId xmlns:a16="http://schemas.microsoft.com/office/drawing/2014/main" id="{CAA64BB3-59D5-13C6-B28A-3C555D91F0DF}"/>
              </a:ext>
            </a:extLst>
          </p:cNvPr>
          <p:cNvSpPr txBox="1"/>
          <p:nvPr userDrawn="1"/>
        </p:nvSpPr>
        <p:spPr>
          <a:xfrm>
            <a:off x="3256066" y="3980982"/>
            <a:ext cx="108231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想定アクション</a:t>
            </a:r>
          </a:p>
        </p:txBody>
      </p:sp>
      <p:sp>
        <p:nvSpPr>
          <p:cNvPr id="114" name="Google Shape;72;p15">
            <a:extLst>
              <a:ext uri="{FF2B5EF4-FFF2-40B4-BE49-F238E27FC236}">
                <a16:creationId xmlns:a16="http://schemas.microsoft.com/office/drawing/2014/main" id="{017600E5-B3FF-1F3D-8066-3A08B86421A0}"/>
              </a:ext>
            </a:extLst>
          </p:cNvPr>
          <p:cNvSpPr txBox="1"/>
          <p:nvPr userDrawn="1"/>
        </p:nvSpPr>
        <p:spPr>
          <a:xfrm>
            <a:off x="6078647" y="2158230"/>
            <a:ext cx="95407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データソース</a:t>
            </a:r>
          </a:p>
        </p:txBody>
      </p:sp>
      <p:sp>
        <p:nvSpPr>
          <p:cNvPr id="115" name="Google Shape;72;p15">
            <a:extLst>
              <a:ext uri="{FF2B5EF4-FFF2-40B4-BE49-F238E27FC236}">
                <a16:creationId xmlns:a16="http://schemas.microsoft.com/office/drawing/2014/main" id="{1202EBDF-AABA-7321-1711-C0A5128C2D31}"/>
              </a:ext>
            </a:extLst>
          </p:cNvPr>
          <p:cNvSpPr txBox="1"/>
          <p:nvPr userDrawn="1"/>
        </p:nvSpPr>
        <p:spPr>
          <a:xfrm>
            <a:off x="8898122" y="2150100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保存場所</a:t>
            </a:r>
          </a:p>
        </p:txBody>
      </p:sp>
      <p:sp>
        <p:nvSpPr>
          <p:cNvPr id="116" name="Google Shape;72;p15">
            <a:extLst>
              <a:ext uri="{FF2B5EF4-FFF2-40B4-BE49-F238E27FC236}">
                <a16:creationId xmlns:a16="http://schemas.microsoft.com/office/drawing/2014/main" id="{7E463CBE-CB88-FD83-E1A3-A4478F063A43}"/>
              </a:ext>
            </a:extLst>
          </p:cNvPr>
          <p:cNvSpPr txBox="1"/>
          <p:nvPr userDrawn="1"/>
        </p:nvSpPr>
        <p:spPr>
          <a:xfrm>
            <a:off x="8898122" y="3531469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更新頻度</a:t>
            </a:r>
          </a:p>
        </p:txBody>
      </p:sp>
      <p:sp>
        <p:nvSpPr>
          <p:cNvPr id="117" name="Google Shape;72;p15">
            <a:extLst>
              <a:ext uri="{FF2B5EF4-FFF2-40B4-BE49-F238E27FC236}">
                <a16:creationId xmlns:a16="http://schemas.microsoft.com/office/drawing/2014/main" id="{3D77FF6B-11DA-76D0-76F9-43A512E9BEBA}"/>
              </a:ext>
            </a:extLst>
          </p:cNvPr>
          <p:cNvSpPr txBox="1"/>
          <p:nvPr userDrawn="1"/>
        </p:nvSpPr>
        <p:spPr>
          <a:xfrm>
            <a:off x="8898122" y="4696115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個人情報</a:t>
            </a:r>
          </a:p>
        </p:txBody>
      </p:sp>
      <p:sp>
        <p:nvSpPr>
          <p:cNvPr id="64" name="Google Shape;83;p15">
            <a:extLst>
              <a:ext uri="{FF2B5EF4-FFF2-40B4-BE49-F238E27FC236}">
                <a16:creationId xmlns:a16="http://schemas.microsoft.com/office/drawing/2014/main" id="{78710996-CFCD-BFFE-51CB-6313A1FFC4FF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444140" y="980193"/>
            <a:ext cx="3755989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19" name="Google Shape;83;p15">
            <a:extLst>
              <a:ext uri="{FF2B5EF4-FFF2-40B4-BE49-F238E27FC236}">
                <a16:creationId xmlns:a16="http://schemas.microsoft.com/office/drawing/2014/main" id="{DD1BF05E-EB0E-7EE7-2E73-22596DE791E8}"/>
              </a:ext>
            </a:extLst>
          </p:cNvPr>
          <p:cNvSpPr txBox="1">
            <a:spLocks noGrp="1"/>
          </p:cNvSpPr>
          <p:nvPr>
            <p:ph type="body" idx="26"/>
          </p:nvPr>
        </p:nvSpPr>
        <p:spPr>
          <a:xfrm>
            <a:off x="444140" y="1649222"/>
            <a:ext cx="3755989" cy="45723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0" name="Google Shape;83;p15">
            <a:extLst>
              <a:ext uri="{FF2B5EF4-FFF2-40B4-BE49-F238E27FC236}">
                <a16:creationId xmlns:a16="http://schemas.microsoft.com/office/drawing/2014/main" id="{89300DEC-22A8-66FC-84E1-5D448FEDF7CF}"/>
              </a:ext>
            </a:extLst>
          </p:cNvPr>
          <p:cNvSpPr txBox="1">
            <a:spLocks noGrp="1"/>
          </p:cNvSpPr>
          <p:nvPr>
            <p:ph type="body" idx="27"/>
          </p:nvPr>
        </p:nvSpPr>
        <p:spPr>
          <a:xfrm>
            <a:off x="4686639" y="980193"/>
            <a:ext cx="3755989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1" name="Google Shape;83;p15">
            <a:extLst>
              <a:ext uri="{FF2B5EF4-FFF2-40B4-BE49-F238E27FC236}">
                <a16:creationId xmlns:a16="http://schemas.microsoft.com/office/drawing/2014/main" id="{507F3508-6C6D-2F96-6C06-F71CEC3952BF}"/>
              </a:ext>
            </a:extLst>
          </p:cNvPr>
          <p:cNvSpPr txBox="1">
            <a:spLocks noGrp="1"/>
          </p:cNvSpPr>
          <p:nvPr>
            <p:ph type="body" idx="28"/>
          </p:nvPr>
        </p:nvSpPr>
        <p:spPr>
          <a:xfrm>
            <a:off x="4686639" y="1649222"/>
            <a:ext cx="3755989" cy="45723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2" name="Google Shape;83;p15">
            <a:extLst>
              <a:ext uri="{FF2B5EF4-FFF2-40B4-BE49-F238E27FC236}">
                <a16:creationId xmlns:a16="http://schemas.microsoft.com/office/drawing/2014/main" id="{A057F7C7-670F-2D08-2423-3EF7FFD483D9}"/>
              </a:ext>
            </a:extLst>
          </p:cNvPr>
          <p:cNvSpPr txBox="1">
            <a:spLocks noGrp="1"/>
          </p:cNvSpPr>
          <p:nvPr>
            <p:ph type="body" idx="29"/>
          </p:nvPr>
        </p:nvSpPr>
        <p:spPr>
          <a:xfrm>
            <a:off x="8898122" y="980193"/>
            <a:ext cx="2474940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3" name="Google Shape;83;p15">
            <a:extLst>
              <a:ext uri="{FF2B5EF4-FFF2-40B4-BE49-F238E27FC236}">
                <a16:creationId xmlns:a16="http://schemas.microsoft.com/office/drawing/2014/main" id="{2EC3EF87-D56F-8DCF-A0E4-3D07C6E75B12}"/>
              </a:ext>
            </a:extLst>
          </p:cNvPr>
          <p:cNvSpPr txBox="1">
            <a:spLocks noGrp="1"/>
          </p:cNvSpPr>
          <p:nvPr>
            <p:ph type="body" idx="30"/>
          </p:nvPr>
        </p:nvSpPr>
        <p:spPr>
          <a:xfrm>
            <a:off x="8898122" y="1649222"/>
            <a:ext cx="2474940" cy="45723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2" name="Google Shape;83;p15">
            <a:extLst>
              <a:ext uri="{FF2B5EF4-FFF2-40B4-BE49-F238E27FC236}">
                <a16:creationId xmlns:a16="http://schemas.microsoft.com/office/drawing/2014/main" id="{A162BF82-1506-6589-4172-B4A4BC8EF5E8}"/>
              </a:ext>
            </a:extLst>
          </p:cNvPr>
          <p:cNvSpPr txBox="1">
            <a:spLocks noGrp="1"/>
          </p:cNvSpPr>
          <p:nvPr>
            <p:ph type="body" idx="25"/>
          </p:nvPr>
        </p:nvSpPr>
        <p:spPr>
          <a:xfrm>
            <a:off x="444140" y="2425614"/>
            <a:ext cx="2747189" cy="151386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7" name="Google Shape;83;p15">
            <a:extLst>
              <a:ext uri="{FF2B5EF4-FFF2-40B4-BE49-F238E27FC236}">
                <a16:creationId xmlns:a16="http://schemas.microsoft.com/office/drawing/2014/main" id="{34902433-BEE9-D20B-1C08-B01F13F70D74}"/>
              </a:ext>
            </a:extLst>
          </p:cNvPr>
          <p:cNvSpPr txBox="1">
            <a:spLocks noGrp="1"/>
          </p:cNvSpPr>
          <p:nvPr>
            <p:ph type="body" idx="31"/>
          </p:nvPr>
        </p:nvSpPr>
        <p:spPr>
          <a:xfrm>
            <a:off x="444140" y="4266756"/>
            <a:ext cx="2747189" cy="213291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8" name="Google Shape;83;p15">
            <a:extLst>
              <a:ext uri="{FF2B5EF4-FFF2-40B4-BE49-F238E27FC236}">
                <a16:creationId xmlns:a16="http://schemas.microsoft.com/office/drawing/2014/main" id="{BAE61C6A-F626-2901-05E6-834C9511DB9D}"/>
              </a:ext>
            </a:extLst>
          </p:cNvPr>
          <p:cNvSpPr txBox="1">
            <a:spLocks noGrp="1"/>
          </p:cNvSpPr>
          <p:nvPr>
            <p:ph type="body" idx="32"/>
          </p:nvPr>
        </p:nvSpPr>
        <p:spPr>
          <a:xfrm>
            <a:off x="3256066" y="2425614"/>
            <a:ext cx="2754959" cy="151386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9" name="Google Shape;83;p15">
            <a:extLst>
              <a:ext uri="{FF2B5EF4-FFF2-40B4-BE49-F238E27FC236}">
                <a16:creationId xmlns:a16="http://schemas.microsoft.com/office/drawing/2014/main" id="{11A423DE-042B-BD4F-D7C9-6994E4AE792A}"/>
              </a:ext>
            </a:extLst>
          </p:cNvPr>
          <p:cNvSpPr txBox="1">
            <a:spLocks noGrp="1"/>
          </p:cNvSpPr>
          <p:nvPr>
            <p:ph type="body" idx="33"/>
          </p:nvPr>
        </p:nvSpPr>
        <p:spPr>
          <a:xfrm>
            <a:off x="3256066" y="4266756"/>
            <a:ext cx="2754959" cy="213291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0" name="Google Shape;83;p15">
            <a:extLst>
              <a:ext uri="{FF2B5EF4-FFF2-40B4-BE49-F238E27FC236}">
                <a16:creationId xmlns:a16="http://schemas.microsoft.com/office/drawing/2014/main" id="{0B25AF0E-97DC-DBC5-5760-B419DE6B6D86}"/>
              </a:ext>
            </a:extLst>
          </p:cNvPr>
          <p:cNvSpPr txBox="1">
            <a:spLocks noGrp="1"/>
          </p:cNvSpPr>
          <p:nvPr>
            <p:ph type="body" idx="34"/>
          </p:nvPr>
        </p:nvSpPr>
        <p:spPr>
          <a:xfrm>
            <a:off x="6072538" y="2425614"/>
            <a:ext cx="2790050" cy="396713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3" name="Google Shape;83;p15">
            <a:extLst>
              <a:ext uri="{FF2B5EF4-FFF2-40B4-BE49-F238E27FC236}">
                <a16:creationId xmlns:a16="http://schemas.microsoft.com/office/drawing/2014/main" id="{342D3F99-AAD8-1F9A-AF76-D9A04F97F46C}"/>
              </a:ext>
            </a:extLst>
          </p:cNvPr>
          <p:cNvSpPr txBox="1">
            <a:spLocks noGrp="1"/>
          </p:cNvSpPr>
          <p:nvPr>
            <p:ph type="body" idx="35"/>
          </p:nvPr>
        </p:nvSpPr>
        <p:spPr>
          <a:xfrm>
            <a:off x="8898122" y="2428171"/>
            <a:ext cx="2794090" cy="106647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4" name="Google Shape;83;p15">
            <a:extLst>
              <a:ext uri="{FF2B5EF4-FFF2-40B4-BE49-F238E27FC236}">
                <a16:creationId xmlns:a16="http://schemas.microsoft.com/office/drawing/2014/main" id="{797C6A11-CB60-D27E-79B5-25941DA9DE78}"/>
              </a:ext>
            </a:extLst>
          </p:cNvPr>
          <p:cNvSpPr txBox="1">
            <a:spLocks noGrp="1"/>
          </p:cNvSpPr>
          <p:nvPr>
            <p:ph type="body" idx="36"/>
          </p:nvPr>
        </p:nvSpPr>
        <p:spPr>
          <a:xfrm>
            <a:off x="8898122" y="3795913"/>
            <a:ext cx="2794090" cy="85990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5" name="Google Shape;83;p15">
            <a:extLst>
              <a:ext uri="{FF2B5EF4-FFF2-40B4-BE49-F238E27FC236}">
                <a16:creationId xmlns:a16="http://schemas.microsoft.com/office/drawing/2014/main" id="{7333D95E-634D-5F8A-F92F-556838ADC88D}"/>
              </a:ext>
            </a:extLst>
          </p:cNvPr>
          <p:cNvSpPr txBox="1">
            <a:spLocks noGrp="1"/>
          </p:cNvSpPr>
          <p:nvPr>
            <p:ph type="body" idx="37"/>
          </p:nvPr>
        </p:nvSpPr>
        <p:spPr>
          <a:xfrm>
            <a:off x="8898122" y="4967227"/>
            <a:ext cx="2794090" cy="1432442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63611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34550D7-C10F-40A3-B7E4-04B771A2CD06}"/>
              </a:ext>
            </a:extLst>
          </p:cNvPr>
          <p:cNvGrpSpPr/>
          <p:nvPr/>
        </p:nvGrpSpPr>
        <p:grpSpPr>
          <a:xfrm>
            <a:off x="0" y="2132856"/>
            <a:ext cx="12192000" cy="4401865"/>
            <a:chOff x="0" y="2060847"/>
            <a:chExt cx="12192000" cy="440186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60BCABB-DE84-4EA0-BB16-7465AC6DCC7E}"/>
                </a:ext>
              </a:extLst>
            </p:cNvPr>
            <p:cNvGrpSpPr/>
            <p:nvPr userDrawn="1"/>
          </p:nvGrpSpPr>
          <p:grpSpPr>
            <a:xfrm>
              <a:off x="0" y="2132855"/>
              <a:ext cx="12192000" cy="4310807"/>
              <a:chOff x="0" y="2132855"/>
              <a:chExt cx="12192000" cy="4310807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9B6EC8B0-6447-4073-B42C-68A061FC8B4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20" t="-108" r="24949" b="17448"/>
              <a:stretch/>
            </p:blipFill>
            <p:spPr bwMode="auto">
              <a:xfrm>
                <a:off x="0" y="2132855"/>
                <a:ext cx="12192000" cy="43108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C7B43B87-1B6D-4DA0-8AF9-002ADBD73992}"/>
                  </a:ext>
                </a:extLst>
              </p:cNvPr>
              <p:cNvSpPr/>
              <p:nvPr userDrawn="1"/>
            </p:nvSpPr>
            <p:spPr>
              <a:xfrm>
                <a:off x="0" y="2132856"/>
                <a:ext cx="12192000" cy="1728192"/>
              </a:xfrm>
              <a:prstGeom prst="rect">
                <a:avLst/>
              </a:prstGeom>
              <a:gradFill>
                <a:gsLst>
                  <a:gs pos="0">
                    <a:srgbClr val="F2F3F2"/>
                  </a:gs>
                  <a:gs pos="76000">
                    <a:srgbClr val="F2F3F2">
                      <a:alpha val="73000"/>
                    </a:srgbClr>
                  </a:gs>
                  <a:gs pos="100000">
                    <a:srgbClr val="F2F3F2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44772F4-9B55-4B0F-9F8F-D716848DB61A}"/>
                </a:ext>
              </a:extLst>
            </p:cNvPr>
            <p:cNvSpPr/>
            <p:nvPr userDrawn="1"/>
          </p:nvSpPr>
          <p:spPr>
            <a:xfrm rot="16200000">
              <a:off x="1959200" y="101648"/>
              <a:ext cx="4401865" cy="8320263"/>
            </a:xfrm>
            <a:prstGeom prst="rect">
              <a:avLst/>
            </a:prstGeom>
            <a:gradFill>
              <a:gsLst>
                <a:gs pos="0">
                  <a:srgbClr val="F2F3F2"/>
                </a:gs>
                <a:gs pos="76000">
                  <a:srgbClr val="F2F3F2">
                    <a:alpha val="73000"/>
                  </a:srgbClr>
                </a:gs>
                <a:gs pos="100000">
                  <a:srgbClr val="F2F3F2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21" name="タイトル 20">
            <a:extLst>
              <a:ext uri="{FF2B5EF4-FFF2-40B4-BE49-F238E27FC236}">
                <a16:creationId xmlns:a16="http://schemas.microsoft.com/office/drawing/2014/main" id="{709FCC8F-E6F5-4A6E-B5D9-DC254BA7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5" y="2060845"/>
            <a:ext cx="11089232" cy="864095"/>
          </a:xfrm>
          <a:prstGeom prst="rect">
            <a:avLst/>
          </a:prstGeom>
        </p:spPr>
        <p:txBody>
          <a:bodyPr lIns="0" tIns="36000" rIns="0" bIns="36000" anchor="b"/>
          <a:lstStyle>
            <a:lvl1pPr>
              <a:lnSpc>
                <a:spcPct val="110000"/>
              </a:lnSpc>
              <a:spcAft>
                <a:spcPts val="600"/>
              </a:spcAft>
              <a:defRPr sz="3939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25" name="テキスト プレースホルダー 24">
            <a:extLst>
              <a:ext uri="{FF2B5EF4-FFF2-40B4-BE49-F238E27FC236}">
                <a16:creationId xmlns:a16="http://schemas.microsoft.com/office/drawing/2014/main" id="{96C89AA9-753A-4749-99FE-4EF4150A8F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1383" y="862156"/>
            <a:ext cx="8320262" cy="322002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indent="0">
              <a:buNone/>
              <a:defRPr sz="1800" spc="300" baseline="0">
                <a:latin typeface="+mn-ea"/>
                <a:ea typeface="+mn-ea"/>
              </a:defRPr>
            </a:lvl1pPr>
            <a:lvl2pPr marL="562737" indent="0">
              <a:buNone/>
              <a:defRPr sz="2215">
                <a:latin typeface="+mn-ea"/>
                <a:ea typeface="+mn-ea"/>
              </a:defRPr>
            </a:lvl2pPr>
            <a:lvl3pPr marL="1125472" indent="0">
              <a:buNone/>
              <a:defRPr sz="2215">
                <a:latin typeface="+mn-ea"/>
                <a:ea typeface="+mn-ea"/>
              </a:defRPr>
            </a:lvl3pPr>
            <a:lvl4pPr marL="1688207" indent="0">
              <a:buNone/>
              <a:defRPr sz="2215">
                <a:latin typeface="+mn-ea"/>
                <a:ea typeface="+mn-ea"/>
              </a:defRPr>
            </a:lvl4pPr>
            <a:lvl5pPr marL="2250944" indent="0">
              <a:buNone/>
              <a:defRPr sz="2215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○○○○株式会社　御中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FFC4BC-D888-44D1-995A-FCC371DF35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1383" y="3827079"/>
            <a:ext cx="5760641" cy="3220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buNone/>
              <a:defRPr sz="1800" kern="1200" spc="100" baseline="0"/>
            </a:lvl1pPr>
            <a:lvl2pPr marL="562737" indent="0">
              <a:buNone/>
              <a:defRPr/>
            </a:lvl2pPr>
            <a:lvl3pPr marL="1125472" indent="0">
              <a:buNone/>
              <a:defRPr/>
            </a:lvl3pPr>
            <a:lvl4pPr marL="1688207" indent="0">
              <a:buNone/>
              <a:defRPr/>
            </a:lvl4pPr>
            <a:lvl5pPr marL="2250944" indent="0">
              <a:buNone/>
              <a:defRPr/>
            </a:lvl5pPr>
          </a:lstStyle>
          <a:p>
            <a:pPr lvl="0"/>
            <a:r>
              <a:rPr kumimoji="1" lang="en-US" altLang="ja-JP" dirty="0"/>
              <a:t>2026/xx/xx</a:t>
            </a:r>
            <a:endParaRPr kumimoji="1" lang="ja-JP" altLang="en-US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E829D51-9B12-28F2-7007-442E28D8379A}"/>
              </a:ext>
            </a:extLst>
          </p:cNvPr>
          <p:cNvGrpSpPr/>
          <p:nvPr userDrawn="1"/>
        </p:nvGrpSpPr>
        <p:grpSpPr>
          <a:xfrm>
            <a:off x="0" y="2132856"/>
            <a:ext cx="12192000" cy="4401865"/>
            <a:chOff x="0" y="2060847"/>
            <a:chExt cx="12192000" cy="4401865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CE71FF5F-887D-4DFB-1269-59F45EB04A16}"/>
                </a:ext>
              </a:extLst>
            </p:cNvPr>
            <p:cNvGrpSpPr/>
            <p:nvPr userDrawn="1"/>
          </p:nvGrpSpPr>
          <p:grpSpPr>
            <a:xfrm>
              <a:off x="0" y="2132855"/>
              <a:ext cx="12192000" cy="4310807"/>
              <a:chOff x="0" y="2132855"/>
              <a:chExt cx="12192000" cy="4310807"/>
            </a:xfrm>
          </p:grpSpPr>
          <p:pic>
            <p:nvPicPr>
              <p:cNvPr id="7" name="Picture 2">
                <a:extLst>
                  <a:ext uri="{FF2B5EF4-FFF2-40B4-BE49-F238E27FC236}">
                    <a16:creationId xmlns:a16="http://schemas.microsoft.com/office/drawing/2014/main" id="{C6E18648-28EB-F36B-BB64-589E1807D722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20" t="-108" r="24949" b="17448"/>
              <a:stretch/>
            </p:blipFill>
            <p:spPr bwMode="auto">
              <a:xfrm>
                <a:off x="0" y="2132855"/>
                <a:ext cx="12192000" cy="43108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C9C9DA53-7844-7AE2-F171-6D52BCA8602A}"/>
                  </a:ext>
                </a:extLst>
              </p:cNvPr>
              <p:cNvSpPr/>
              <p:nvPr userDrawn="1"/>
            </p:nvSpPr>
            <p:spPr>
              <a:xfrm>
                <a:off x="0" y="2132856"/>
                <a:ext cx="12192000" cy="1728192"/>
              </a:xfrm>
              <a:prstGeom prst="rect">
                <a:avLst/>
              </a:prstGeom>
              <a:gradFill>
                <a:gsLst>
                  <a:gs pos="0">
                    <a:srgbClr val="F2F3F2"/>
                  </a:gs>
                  <a:gs pos="76000">
                    <a:srgbClr val="F2F3F2">
                      <a:alpha val="73000"/>
                    </a:srgbClr>
                  </a:gs>
                  <a:gs pos="100000">
                    <a:srgbClr val="F2F3F2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EAC1817E-04A1-D385-9F5B-FF216355C09A}"/>
                </a:ext>
              </a:extLst>
            </p:cNvPr>
            <p:cNvSpPr/>
            <p:nvPr userDrawn="1"/>
          </p:nvSpPr>
          <p:spPr>
            <a:xfrm rot="16200000">
              <a:off x="1959200" y="101648"/>
              <a:ext cx="4401865" cy="8320263"/>
            </a:xfrm>
            <a:prstGeom prst="rect">
              <a:avLst/>
            </a:prstGeom>
            <a:gradFill>
              <a:gsLst>
                <a:gs pos="0">
                  <a:srgbClr val="F2F3F2"/>
                </a:gs>
                <a:gs pos="76000">
                  <a:srgbClr val="F2F3F2">
                    <a:alpha val="73000"/>
                  </a:srgbClr>
                </a:gs>
                <a:gs pos="100000">
                  <a:srgbClr val="F2F3F2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207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 無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タイトル 20">
            <a:extLst>
              <a:ext uri="{FF2B5EF4-FFF2-40B4-BE49-F238E27FC236}">
                <a16:creationId xmlns:a16="http://schemas.microsoft.com/office/drawing/2014/main" id="{709FCC8F-E6F5-4A6E-B5D9-DC254BA7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5" y="2060845"/>
            <a:ext cx="11089232" cy="864095"/>
          </a:xfrm>
          <a:prstGeom prst="rect">
            <a:avLst/>
          </a:prstGeom>
        </p:spPr>
        <p:txBody>
          <a:bodyPr lIns="0" tIns="36000" rIns="0" bIns="36000" anchor="b"/>
          <a:lstStyle>
            <a:lvl1pPr>
              <a:lnSpc>
                <a:spcPct val="110000"/>
              </a:lnSpc>
              <a:spcAft>
                <a:spcPts val="600"/>
              </a:spcAft>
              <a:defRPr sz="3939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25" name="テキスト プレースホルダー 24">
            <a:extLst>
              <a:ext uri="{FF2B5EF4-FFF2-40B4-BE49-F238E27FC236}">
                <a16:creationId xmlns:a16="http://schemas.microsoft.com/office/drawing/2014/main" id="{96C89AA9-753A-4749-99FE-4EF4150A8F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1383" y="862156"/>
            <a:ext cx="8320262" cy="322002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indent="0">
              <a:buNone/>
              <a:defRPr sz="1800" spc="300" baseline="0">
                <a:solidFill>
                  <a:schemeClr val="tx2"/>
                </a:solidFill>
                <a:latin typeface="+mn-ea"/>
                <a:ea typeface="+mn-ea"/>
              </a:defRPr>
            </a:lvl1pPr>
            <a:lvl2pPr marL="562737" indent="0">
              <a:buNone/>
              <a:defRPr sz="2215">
                <a:latin typeface="+mn-ea"/>
                <a:ea typeface="+mn-ea"/>
              </a:defRPr>
            </a:lvl2pPr>
            <a:lvl3pPr marL="1125472" indent="0">
              <a:buNone/>
              <a:defRPr sz="2215">
                <a:latin typeface="+mn-ea"/>
                <a:ea typeface="+mn-ea"/>
              </a:defRPr>
            </a:lvl3pPr>
            <a:lvl4pPr marL="1688207" indent="0">
              <a:buNone/>
              <a:defRPr sz="2215">
                <a:latin typeface="+mn-ea"/>
                <a:ea typeface="+mn-ea"/>
              </a:defRPr>
            </a:lvl4pPr>
            <a:lvl5pPr marL="2250944" indent="0">
              <a:buNone/>
              <a:defRPr sz="2215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○○○○株式会社　御中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FFC4BC-D888-44D1-995A-FCC371DF35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1383" y="3827079"/>
            <a:ext cx="5760641" cy="32200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>
              <a:buNone/>
              <a:defRPr sz="1800" kern="1200" spc="100" baseline="0">
                <a:solidFill>
                  <a:schemeClr val="tx2"/>
                </a:solidFill>
              </a:defRPr>
            </a:lvl1pPr>
            <a:lvl2pPr marL="562737" indent="0">
              <a:buNone/>
              <a:defRPr/>
            </a:lvl2pPr>
            <a:lvl3pPr marL="1125472" indent="0">
              <a:buNone/>
              <a:defRPr/>
            </a:lvl3pPr>
            <a:lvl4pPr marL="1688207" indent="0">
              <a:buNone/>
              <a:defRPr/>
            </a:lvl4pPr>
            <a:lvl5pPr marL="2250944" indent="0">
              <a:buNone/>
              <a:defRPr/>
            </a:lvl5pPr>
          </a:lstStyle>
          <a:p>
            <a:pPr lvl="0"/>
            <a:r>
              <a:rPr kumimoji="1" lang="en-US" altLang="ja-JP" dirty="0"/>
              <a:t>2024/xx/xx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7039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EF5DCCD8-920E-F09E-FB53-432AF7A81D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7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6569"/>
          <a:stretch/>
        </p:blipFill>
        <p:spPr bwMode="auto">
          <a:xfrm flipH="1">
            <a:off x="4871863" y="2991421"/>
            <a:ext cx="7320133" cy="386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6F4C76C5-967B-43D1-A539-D70FADE7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3" y="1444070"/>
            <a:ext cx="8640000" cy="1325563"/>
          </a:xfrm>
          <a:prstGeom prst="rect">
            <a:avLst/>
          </a:prstGeom>
        </p:spPr>
        <p:txBody>
          <a:bodyPr lIns="0" tIns="36000" rIns="0" bIns="36000" anchor="b"/>
          <a:lstStyle>
            <a:lvl1pPr algn="l">
              <a:lnSpc>
                <a:spcPct val="100000"/>
              </a:lnSpc>
              <a:defRPr sz="3446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2">
            <a:extLst>
              <a:ext uri="{FF2B5EF4-FFF2-40B4-BE49-F238E27FC236}">
                <a16:creationId xmlns:a16="http://schemas.microsoft.com/office/drawing/2014/main" id="{230B6857-AA64-4518-8F2A-FFB76A58A6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384" y="3789040"/>
            <a:ext cx="8640000" cy="914400"/>
          </a:xfrm>
          <a:prstGeom prst="rect">
            <a:avLst/>
          </a:prstGeom>
        </p:spPr>
        <p:txBody>
          <a:bodyPr lIns="0" tIns="36000" rIns="0" bIns="3600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56273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1125472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168820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2250944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テキストの書式設定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EC25AB88-CB2D-AA8C-C989-BDF291769CF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7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6569"/>
          <a:stretch/>
        </p:blipFill>
        <p:spPr bwMode="auto">
          <a:xfrm flipH="1">
            <a:off x="4871863" y="2991421"/>
            <a:ext cx="7320133" cy="386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903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中表紙 無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C76C5-967B-43D1-A539-D70FADE7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3" y="1444070"/>
            <a:ext cx="8640000" cy="1325563"/>
          </a:xfrm>
          <a:prstGeom prst="rect">
            <a:avLst/>
          </a:prstGeom>
        </p:spPr>
        <p:txBody>
          <a:bodyPr lIns="0" tIns="36000" rIns="0" bIns="36000" anchor="b"/>
          <a:lstStyle>
            <a:lvl1pPr algn="l">
              <a:lnSpc>
                <a:spcPct val="100000"/>
              </a:lnSpc>
              <a:defRPr sz="3446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2">
            <a:extLst>
              <a:ext uri="{FF2B5EF4-FFF2-40B4-BE49-F238E27FC236}">
                <a16:creationId xmlns:a16="http://schemas.microsoft.com/office/drawing/2014/main" id="{230B6857-AA64-4518-8F2A-FFB76A58A6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384" y="3789040"/>
            <a:ext cx="8640000" cy="914400"/>
          </a:xfrm>
          <a:prstGeom prst="rect">
            <a:avLst/>
          </a:prstGeom>
        </p:spPr>
        <p:txBody>
          <a:bodyPr lIns="0" tIns="36000" rIns="0" bIns="3600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  <a:lvl2pPr marL="56273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1125472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1688207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2250944" indent="0">
              <a:buNone/>
              <a:defRPr sz="2215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147499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準ページ　下線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82D9DEC-5DA7-3F7C-C1D9-E21E78FBE431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6000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準ページ　下線あり　OL対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/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13F0F-2B62-84F0-8FA9-F26BB8ACF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343" y="620688"/>
            <a:ext cx="11625395" cy="356307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596282-BB85-5AB9-7D8A-DF0B22B999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1556792"/>
            <a:ext cx="11193346" cy="3140979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85725" indent="0" defTabSz="769938">
              <a:lnSpc>
                <a:spcPct val="11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628650" indent="-2730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600">
                <a:solidFill>
                  <a:schemeClr val="tx2"/>
                </a:solidFill>
                <a:latin typeface="+mn-ea"/>
                <a:ea typeface="+mn-ea"/>
              </a:defRPr>
            </a:lvl2pPr>
            <a:lvl3pPr marL="892175" indent="-1841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1258888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4pPr>
            <a:lvl5pPr marL="1612900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5pPr>
            <a:lvl6pPr marL="1968500" indent="-1714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6pPr>
            <a:lvl7pPr marL="23336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7pPr>
            <a:lvl8pPr marL="26892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8pPr>
            <a:lvl9pPr marL="30448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kumimoji="1" lang="ja-JP" altLang="en-US" dirty="0"/>
              <a:t>マスターテキストの書式設定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レベル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403C4C9-DD0E-90FC-7306-58104B2618B3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073974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準ページ　下線あり　OL対応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/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13F0F-2B62-84F0-8FA9-F26BB8ACF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343" y="620688"/>
            <a:ext cx="11625395" cy="324823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BBE9FB30-7971-E901-BCEB-6EEB4A77AA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847" y="5857539"/>
            <a:ext cx="3428306" cy="380480"/>
          </a:xfrm>
          <a:prstGeom prst="rect">
            <a:avLst/>
          </a:prstGeom>
        </p:spPr>
        <p:txBody>
          <a:bodyPr wrap="none" lIns="0" tIns="36000" rIns="36000" bIns="36000">
            <a:sp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99C7E5DD-AA3B-4A96-39C5-643DAE6815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1556792"/>
            <a:ext cx="11193346" cy="3140979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85725" indent="0" defTabSz="769938">
              <a:lnSpc>
                <a:spcPct val="11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628650" indent="-2730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600">
                <a:solidFill>
                  <a:schemeClr val="tx2"/>
                </a:solidFill>
                <a:latin typeface="+mn-ea"/>
                <a:ea typeface="+mn-ea"/>
              </a:defRPr>
            </a:lvl2pPr>
            <a:lvl3pPr marL="892175" indent="-1841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1258888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4pPr>
            <a:lvl5pPr marL="1612900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5pPr>
            <a:lvl6pPr marL="1968500" indent="-1714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6pPr>
            <a:lvl7pPr marL="23336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7pPr>
            <a:lvl8pPr marL="26892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8pPr>
            <a:lvl9pPr marL="30448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kumimoji="1" lang="ja-JP" altLang="en-US" dirty="0"/>
              <a:t>マスターテキストの書式設定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D5A043F-CEDA-7BD6-B878-94F73F2F10C0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3783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準ページ　下線あり　OL対応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/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413F0F-2B62-84F0-8FA9-F26BB8ACF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343" y="620688"/>
            <a:ext cx="11625395" cy="324823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C20C7C06-3C74-94B3-71AD-3D8A4A8212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392" y="5733256"/>
            <a:ext cx="11193345" cy="380480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4">
            <a:extLst>
              <a:ext uri="{FF2B5EF4-FFF2-40B4-BE49-F238E27FC236}">
                <a16:creationId xmlns:a16="http://schemas.microsoft.com/office/drawing/2014/main" id="{399B2A1E-3E23-6A52-995E-B8DEB2A8BA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1556792"/>
            <a:ext cx="11193346" cy="3140979"/>
          </a:xfrm>
          <a:prstGeom prst="rect">
            <a:avLst/>
          </a:prstGeom>
        </p:spPr>
        <p:txBody>
          <a:bodyPr wrap="square" lIns="0" tIns="36000" rIns="36000" bIns="36000">
            <a:spAutoFit/>
          </a:bodyPr>
          <a:lstStyle>
            <a:lvl1pPr marL="85725" indent="0" defTabSz="769938">
              <a:lnSpc>
                <a:spcPct val="11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628650" indent="-2730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600">
                <a:solidFill>
                  <a:schemeClr val="tx2"/>
                </a:solidFill>
                <a:latin typeface="+mn-ea"/>
                <a:ea typeface="+mn-ea"/>
              </a:defRPr>
            </a:lvl2pPr>
            <a:lvl3pPr marL="892175" indent="-1841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1258888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4pPr>
            <a:lvl5pPr marL="1612900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5pPr>
            <a:lvl6pPr marL="1968500" indent="-171450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6pPr>
            <a:lvl7pPr marL="23336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7pPr>
            <a:lvl8pPr marL="26892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8pPr>
            <a:lvl9pPr marL="3044825" indent="-182563" defTabSz="769938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kumimoji="1" lang="ja-JP" altLang="en-US" dirty="0"/>
              <a:t>マスターテキストの書式設定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973FF10-5C88-4466-D1C7-887F98F2197F}"/>
              </a:ext>
            </a:extLst>
          </p:cNvPr>
          <p:cNvSpPr/>
          <p:nvPr userDrawn="1"/>
        </p:nvSpPr>
        <p:spPr>
          <a:xfrm rot="10800000">
            <a:off x="169200" y="527797"/>
            <a:ext cx="11862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91550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下線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B0158676-A267-7534-CDA0-2A0A15C7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32656"/>
            <a:ext cx="10729192" cy="48436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0626602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見出し中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B0158676-A267-7534-CDA0-2A0A15C7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32656"/>
            <a:ext cx="11521280" cy="48436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 sz="2800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057198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2222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最終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7061DF-CA5B-43E8-E28E-87AF656885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65" t="6042" b="33525"/>
          <a:stretch/>
        </p:blipFill>
        <p:spPr bwMode="auto">
          <a:xfrm>
            <a:off x="983432" y="2132856"/>
            <a:ext cx="371973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E95F886-94F3-6AD2-7FCB-64A4A1C17D4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65" t="6042" b="33525"/>
          <a:stretch/>
        </p:blipFill>
        <p:spPr bwMode="auto">
          <a:xfrm>
            <a:off x="983432" y="2132856"/>
            <a:ext cx="371973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1921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プロジェクト実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 28">
            <a:extLst>
              <a:ext uri="{FF2B5EF4-FFF2-40B4-BE49-F238E27FC236}">
                <a16:creationId xmlns:a16="http://schemas.microsoft.com/office/drawing/2014/main" id="{84098DFA-8AD6-4B45-BF07-F6ED8287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97" y="539301"/>
            <a:ext cx="4675809" cy="324823"/>
          </a:xfrm>
          <a:prstGeom prst="rect">
            <a:avLst/>
          </a:prstGeom>
        </p:spPr>
        <p:txBody>
          <a:bodyPr lIns="72000" tIns="36000" rIns="36000" bIns="36000">
            <a:spAutoFit/>
          </a:bodyPr>
          <a:lstStyle>
            <a:lvl1pPr>
              <a:lnSpc>
                <a:spcPct val="110000"/>
              </a:lnSpc>
              <a:defRPr sz="16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A43020-128B-24DB-ABF4-DA962442037A}"/>
              </a:ext>
            </a:extLst>
          </p:cNvPr>
          <p:cNvSpPr txBox="1"/>
          <p:nvPr/>
        </p:nvSpPr>
        <p:spPr>
          <a:xfrm>
            <a:off x="276097" y="129055"/>
            <a:ext cx="1699490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200" b="1" dirty="0" err="1">
                <a:solidFill>
                  <a:schemeClr val="accent6"/>
                </a:solidFill>
              </a:rPr>
              <a:t>Exture</a:t>
            </a:r>
            <a:r>
              <a:rPr kumimoji="1" lang="en-US" altLang="ja-JP" sz="1200" b="1" dirty="0">
                <a:solidFill>
                  <a:schemeClr val="bg1">
                    <a:lumMod val="75000"/>
                  </a:schemeClr>
                </a:solidFill>
              </a:rPr>
              <a:t> Achievements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4FCCE01-47B2-B844-8502-A9CFEF1DA7ED}"/>
              </a:ext>
            </a:extLst>
          </p:cNvPr>
          <p:cNvSpPr/>
          <p:nvPr/>
        </p:nvSpPr>
        <p:spPr>
          <a:xfrm>
            <a:off x="5316013" y="463378"/>
            <a:ext cx="6500727" cy="6046579"/>
          </a:xfrm>
          <a:prstGeom prst="roundRect">
            <a:avLst>
              <a:gd name="adj" fmla="val 19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1398210-EBD1-E823-50BE-A8A9AB289264}"/>
              </a:ext>
            </a:extLst>
          </p:cNvPr>
          <p:cNvSpPr txBox="1"/>
          <p:nvPr/>
        </p:nvSpPr>
        <p:spPr>
          <a:xfrm>
            <a:off x="5318598" y="129055"/>
            <a:ext cx="830727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200" b="1" dirty="0">
                <a:solidFill>
                  <a:schemeClr val="bg1">
                    <a:lumMod val="75000"/>
                  </a:schemeClr>
                </a:solidFill>
              </a:rPr>
              <a:t>Overview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1D7148B0-6783-522B-7267-77809B1EFE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097" y="1323083"/>
            <a:ext cx="4675809" cy="246020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1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B5B1E09-F524-6A16-61DF-F60ED9F5999F}"/>
              </a:ext>
            </a:extLst>
          </p:cNvPr>
          <p:cNvSpPr txBox="1"/>
          <p:nvPr userDrawn="1"/>
        </p:nvSpPr>
        <p:spPr>
          <a:xfrm>
            <a:off x="276097" y="129055"/>
            <a:ext cx="1699490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200" b="1" dirty="0" err="1">
                <a:solidFill>
                  <a:schemeClr val="accent6"/>
                </a:solidFill>
              </a:rPr>
              <a:t>Exture</a:t>
            </a:r>
            <a:r>
              <a:rPr kumimoji="1" lang="en-US" altLang="ja-JP" sz="1200" b="1" dirty="0">
                <a:solidFill>
                  <a:schemeClr val="bg1">
                    <a:lumMod val="75000"/>
                  </a:schemeClr>
                </a:solidFill>
              </a:rPr>
              <a:t> Achievements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05EDE2D9-2108-6A5C-BD86-0BF741F9387E}"/>
              </a:ext>
            </a:extLst>
          </p:cNvPr>
          <p:cNvSpPr/>
          <p:nvPr userDrawn="1"/>
        </p:nvSpPr>
        <p:spPr>
          <a:xfrm>
            <a:off x="5316013" y="463378"/>
            <a:ext cx="6500727" cy="6046579"/>
          </a:xfrm>
          <a:prstGeom prst="roundRect">
            <a:avLst>
              <a:gd name="adj" fmla="val 19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2F6D00-DFAA-8565-3E12-4943C4E7C488}"/>
              </a:ext>
            </a:extLst>
          </p:cNvPr>
          <p:cNvSpPr txBox="1"/>
          <p:nvPr userDrawn="1"/>
        </p:nvSpPr>
        <p:spPr>
          <a:xfrm>
            <a:off x="5318598" y="129055"/>
            <a:ext cx="830727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200" b="1" dirty="0">
                <a:solidFill>
                  <a:schemeClr val="bg1">
                    <a:lumMod val="75000"/>
                  </a:schemeClr>
                </a:solidFill>
              </a:rPr>
              <a:t>Overview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679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プロジェクト振り返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9C4D2870-22D7-7B84-583D-72477B30EE63}"/>
              </a:ext>
            </a:extLst>
          </p:cNvPr>
          <p:cNvSpPr/>
          <p:nvPr/>
        </p:nvSpPr>
        <p:spPr>
          <a:xfrm>
            <a:off x="6248016" y="5828960"/>
            <a:ext cx="5727886" cy="6599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33" name="二等辺三角形 32">
            <a:extLst>
              <a:ext uri="{FF2B5EF4-FFF2-40B4-BE49-F238E27FC236}">
                <a16:creationId xmlns:a16="http://schemas.microsoft.com/office/drawing/2014/main" id="{7C5859D4-6AA6-71CE-286A-0099CB6D589B}"/>
              </a:ext>
            </a:extLst>
          </p:cNvPr>
          <p:cNvSpPr/>
          <p:nvPr/>
        </p:nvSpPr>
        <p:spPr>
          <a:xfrm>
            <a:off x="6563869" y="5597381"/>
            <a:ext cx="239996" cy="23999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29" name="タイトル 28">
            <a:extLst>
              <a:ext uri="{FF2B5EF4-FFF2-40B4-BE49-F238E27FC236}">
                <a16:creationId xmlns:a16="http://schemas.microsoft.com/office/drawing/2014/main" id="{84098DFA-8AD6-4B45-BF07-F6ED8287A3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098" y="271889"/>
            <a:ext cx="5639906" cy="356307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>
              <a:lnSpc>
                <a:spcPct val="11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プロジェクト名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A43020-128B-24DB-ABF4-DA962442037A}"/>
              </a:ext>
            </a:extLst>
          </p:cNvPr>
          <p:cNvSpPr txBox="1"/>
          <p:nvPr/>
        </p:nvSpPr>
        <p:spPr>
          <a:xfrm>
            <a:off x="9883095" y="189054"/>
            <a:ext cx="2032723" cy="309435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400" b="1" dirty="0" err="1">
                <a:solidFill>
                  <a:schemeClr val="accent6"/>
                </a:solidFill>
              </a:rPr>
              <a:t>Exture</a:t>
            </a:r>
            <a:r>
              <a:rPr kumimoji="1" lang="en-US" altLang="ja-JP" sz="1400" b="1" dirty="0">
                <a:solidFill>
                  <a:schemeClr val="bg1">
                    <a:lumMod val="75000"/>
                  </a:schemeClr>
                </a:solidFill>
              </a:rPr>
              <a:t> Project Review</a:t>
            </a:r>
            <a:endParaRPr kumimoji="1" lang="ja-JP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1D7148B0-6783-522B-7267-77809B1EFE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6097" y="1570156"/>
            <a:ext cx="5639906" cy="823871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どんなことをやったのか</a:t>
            </a:r>
            <a:br>
              <a:rPr kumimoji="1" lang="en-US" altLang="ja-JP" dirty="0"/>
            </a:br>
            <a:r>
              <a:rPr kumimoji="1" lang="ja-JP" altLang="en-US" dirty="0"/>
              <a:t>なにをアウトプットしたのか</a:t>
            </a:r>
            <a:br>
              <a:rPr kumimoji="1" lang="en-US" altLang="ja-JP" dirty="0"/>
            </a:br>
            <a:r>
              <a:rPr kumimoji="1" lang="ja-JP" altLang="en-US" dirty="0"/>
              <a:t>どんな特徴があるのか。使ったツール、試したこと、力をいれたこと</a:t>
            </a:r>
            <a:br>
              <a:rPr kumimoji="1" lang="en-US" altLang="ja-JP" dirty="0"/>
            </a:br>
            <a:r>
              <a:rPr kumimoji="1" lang="ja-JP" altLang="en-US" dirty="0"/>
              <a:t>期待したこと</a:t>
            </a:r>
            <a:br>
              <a:rPr kumimoji="1" lang="en-US" altLang="ja-JP" dirty="0"/>
            </a:br>
            <a:r>
              <a:rPr kumimoji="1" lang="ja-JP" altLang="en-US" dirty="0"/>
              <a:t>狙ったこと　</a:t>
            </a:r>
            <a:endParaRPr kumimoji="1"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5E34EEA-F1AB-82CD-FB20-027E76CB8604}"/>
              </a:ext>
            </a:extLst>
          </p:cNvPr>
          <p:cNvSpPr txBox="1"/>
          <p:nvPr/>
        </p:nvSpPr>
        <p:spPr>
          <a:xfrm>
            <a:off x="276097" y="1241843"/>
            <a:ext cx="1340161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プロジェクト概要</a:t>
            </a:r>
          </a:p>
        </p:txBody>
      </p:sp>
      <p:sp>
        <p:nvSpPr>
          <p:cNvPr id="13" name="テキスト プレースホルダー 30">
            <a:extLst>
              <a:ext uri="{FF2B5EF4-FFF2-40B4-BE49-F238E27FC236}">
                <a16:creationId xmlns:a16="http://schemas.microsoft.com/office/drawing/2014/main" id="{923DA4F8-85FA-E95D-89E8-FA1240B7FF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6097" y="3179434"/>
            <a:ext cx="5639906" cy="366823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うまくいったこと・感謝したこと、</a:t>
            </a:r>
            <a:br>
              <a:rPr kumimoji="1" lang="en-US" altLang="ja-JP" dirty="0"/>
            </a:br>
            <a:r>
              <a:rPr kumimoji="1" lang="ja-JP" altLang="en-US" dirty="0"/>
              <a:t>乗り越えたこと、初だったこと、など好印象なチャレンジ事項を書く。　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7A577C8-52C3-5CE3-7030-85316D4EFE84}"/>
              </a:ext>
            </a:extLst>
          </p:cNvPr>
          <p:cNvSpPr txBox="1"/>
          <p:nvPr/>
        </p:nvSpPr>
        <p:spPr>
          <a:xfrm>
            <a:off x="276097" y="2871095"/>
            <a:ext cx="2571267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うまくできたこと・めぐまれたこと</a:t>
            </a:r>
          </a:p>
        </p:txBody>
      </p:sp>
      <p:sp>
        <p:nvSpPr>
          <p:cNvPr id="15" name="テキスト プレースホルダー 30">
            <a:extLst>
              <a:ext uri="{FF2B5EF4-FFF2-40B4-BE49-F238E27FC236}">
                <a16:creationId xmlns:a16="http://schemas.microsoft.com/office/drawing/2014/main" id="{0FDA4280-6175-4045-AA3F-0FCC512AF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207" y="4508354"/>
            <a:ext cx="5639906" cy="519172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大変だったこと</a:t>
            </a:r>
            <a:br>
              <a:rPr kumimoji="1" lang="en-US" altLang="ja-JP" dirty="0"/>
            </a:br>
            <a:r>
              <a:rPr kumimoji="1" lang="ja-JP" altLang="en-US" dirty="0"/>
              <a:t>うまくいかなかったこと</a:t>
            </a:r>
            <a:br>
              <a:rPr kumimoji="1" lang="en-US" altLang="ja-JP" dirty="0"/>
            </a:br>
            <a:r>
              <a:rPr kumimoji="1" lang="ja-JP" altLang="en-US" dirty="0"/>
              <a:t>期待値と違ってたこと　起きたトラブル、ひやりとしたこと　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23A03F1-4655-995F-0263-06635E1DCBCB}"/>
              </a:ext>
            </a:extLst>
          </p:cNvPr>
          <p:cNvSpPr txBox="1"/>
          <p:nvPr/>
        </p:nvSpPr>
        <p:spPr>
          <a:xfrm>
            <a:off x="271207" y="4206120"/>
            <a:ext cx="1032384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課題・想定外</a:t>
            </a:r>
          </a:p>
        </p:txBody>
      </p:sp>
      <p:sp>
        <p:nvSpPr>
          <p:cNvPr id="17" name="テキスト プレースホルダー 30">
            <a:extLst>
              <a:ext uri="{FF2B5EF4-FFF2-40B4-BE49-F238E27FC236}">
                <a16:creationId xmlns:a16="http://schemas.microsoft.com/office/drawing/2014/main" id="{AE1833DD-6796-5851-652D-96A90F630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1207" y="5680010"/>
            <a:ext cx="5639906" cy="519172"/>
          </a:xfrm>
          <a:prstGeom prst="rect">
            <a:avLst/>
          </a:prstGeom>
        </p:spPr>
        <p:txBody>
          <a:bodyPr wrap="square" lIns="72000" tIns="36000" rIns="36000" bIns="3600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次に活かすなら。もう一回やるなら次はこうする</a:t>
            </a:r>
            <a:br>
              <a:rPr kumimoji="1" lang="en-US" altLang="ja-JP" dirty="0"/>
            </a:br>
            <a:r>
              <a:rPr kumimoji="1" lang="ja-JP" altLang="en-US" dirty="0"/>
              <a:t>他の案件でもこれはしたほうがいいかも</a:t>
            </a:r>
            <a:br>
              <a:rPr kumimoji="1" lang="en-US" altLang="ja-JP" dirty="0"/>
            </a:br>
            <a:r>
              <a:rPr kumimoji="1" lang="ja-JP" altLang="en-US" dirty="0"/>
              <a:t>個人としてもこれは〇〇が得られた　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F5AC6BE-9D2A-37B2-8A3D-18F139F54A65}"/>
              </a:ext>
            </a:extLst>
          </p:cNvPr>
          <p:cNvSpPr txBox="1"/>
          <p:nvPr/>
        </p:nvSpPr>
        <p:spPr>
          <a:xfrm>
            <a:off x="271207" y="5358497"/>
            <a:ext cx="1505271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学び </a:t>
            </a:r>
            <a:r>
              <a:rPr kumimoji="1" lang="en-US" altLang="ja-JP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/ </a:t>
            </a: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今後への共有</a:t>
            </a:r>
          </a:p>
        </p:txBody>
      </p:sp>
      <p:sp>
        <p:nvSpPr>
          <p:cNvPr id="19" name="テキスト プレースホルダー 30">
            <a:extLst>
              <a:ext uri="{FF2B5EF4-FFF2-40B4-BE49-F238E27FC236}">
                <a16:creationId xmlns:a16="http://schemas.microsoft.com/office/drawing/2014/main" id="{D99279B1-3CE9-B69C-13E2-0AED48D540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5044" y="6041433"/>
            <a:ext cx="5279912" cy="261794"/>
          </a:xfrm>
          <a:prstGeom prst="rect">
            <a:avLst/>
          </a:prstGeom>
        </p:spPr>
        <p:txBody>
          <a:bodyPr wrap="square" lIns="72000" tIns="36000" rIns="36000" bIns="36000" anchor="ctr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＊＊＊＊＊＊＊＊＊＊＊＊＊＊＊＊＊＊＊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2237BE2-B3D6-5892-E7BC-7DC24B1ED78D}"/>
              </a:ext>
            </a:extLst>
          </p:cNvPr>
          <p:cNvSpPr txBox="1"/>
          <p:nvPr/>
        </p:nvSpPr>
        <p:spPr>
          <a:xfrm>
            <a:off x="6803775" y="5514127"/>
            <a:ext cx="1494049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2"/>
                </a:solidFill>
              </a:rPr>
              <a:t>メンバーからの一言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A7D05A7-7363-501B-4E50-160C56A239F1}"/>
              </a:ext>
            </a:extLst>
          </p:cNvPr>
          <p:cNvSpPr/>
          <p:nvPr/>
        </p:nvSpPr>
        <p:spPr>
          <a:xfrm rot="10800000">
            <a:off x="271207" y="669047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DA4C263-A2A2-47BD-B335-5E71A997F88C}"/>
              </a:ext>
            </a:extLst>
          </p:cNvPr>
          <p:cNvSpPr/>
          <p:nvPr/>
        </p:nvSpPr>
        <p:spPr>
          <a:xfrm rot="10800000">
            <a:off x="271207" y="1510286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B8CF1D0-08C6-162E-3AB7-350920074EDA}"/>
              </a:ext>
            </a:extLst>
          </p:cNvPr>
          <p:cNvSpPr/>
          <p:nvPr/>
        </p:nvSpPr>
        <p:spPr>
          <a:xfrm rot="10800000">
            <a:off x="271207" y="3139538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3923FCE-BD16-D287-C72C-6B61C2F6F84C}"/>
              </a:ext>
            </a:extLst>
          </p:cNvPr>
          <p:cNvSpPr/>
          <p:nvPr/>
        </p:nvSpPr>
        <p:spPr>
          <a:xfrm rot="10800000">
            <a:off x="271207" y="4474563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58845E1-7332-A1DD-25AC-86800BC21664}"/>
              </a:ext>
            </a:extLst>
          </p:cNvPr>
          <p:cNvSpPr/>
          <p:nvPr/>
        </p:nvSpPr>
        <p:spPr>
          <a:xfrm rot="10800000">
            <a:off x="271207" y="5626940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B0E769A0-D460-3E3F-AD37-3FDCB963E1A8}"/>
              </a:ext>
            </a:extLst>
          </p:cNvPr>
          <p:cNvSpPr/>
          <p:nvPr/>
        </p:nvSpPr>
        <p:spPr>
          <a:xfrm>
            <a:off x="6176834" y="561975"/>
            <a:ext cx="5727886" cy="4868898"/>
          </a:xfrm>
          <a:prstGeom prst="roundRect">
            <a:avLst>
              <a:gd name="adj" fmla="val 19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0" name="テキスト プレースホルダー 30">
            <a:extLst>
              <a:ext uri="{FF2B5EF4-FFF2-40B4-BE49-F238E27FC236}">
                <a16:creationId xmlns:a16="http://schemas.microsoft.com/office/drawing/2014/main" id="{C0D9B52A-E8C5-A86A-1B1F-2FB4817E81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6097" y="720961"/>
            <a:ext cx="5639906" cy="157544"/>
          </a:xfrm>
          <a:prstGeom prst="rect">
            <a:avLst/>
          </a:prstGeom>
        </p:spPr>
        <p:txBody>
          <a:bodyPr wrap="square" lIns="72000" tIns="0" rIns="3600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メンバー：　〇〇〇、〇〇○ 、〇〇○ 、〇〇○ 、〇〇○ 、〇〇○</a:t>
            </a:r>
          </a:p>
        </p:txBody>
      </p:sp>
      <p:sp>
        <p:nvSpPr>
          <p:cNvPr id="2" name="テキスト プレースホルダー 30">
            <a:extLst>
              <a:ext uri="{FF2B5EF4-FFF2-40B4-BE49-F238E27FC236}">
                <a16:creationId xmlns:a16="http://schemas.microsoft.com/office/drawing/2014/main" id="{AFC18DDD-EE5D-58F8-9484-850C08DEFD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6097" y="947497"/>
            <a:ext cx="5639906" cy="157544"/>
          </a:xfrm>
          <a:prstGeom prst="rect">
            <a:avLst/>
          </a:prstGeom>
        </p:spPr>
        <p:txBody>
          <a:bodyPr wrap="square" lIns="72000" tIns="0" rIns="3600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1100">
                <a:latin typeface="+mn-ea"/>
                <a:ea typeface="+mn-ea"/>
              </a:defRPr>
            </a:lvl2pPr>
            <a:lvl3pPr marL="914400" indent="0">
              <a:buNone/>
              <a:defRPr sz="1100">
                <a:latin typeface="+mn-ea"/>
                <a:ea typeface="+mn-ea"/>
              </a:defRPr>
            </a:lvl3pPr>
            <a:lvl4pPr marL="1371600" indent="0">
              <a:buNone/>
              <a:defRPr sz="1100">
                <a:latin typeface="+mn-ea"/>
                <a:ea typeface="+mn-ea"/>
              </a:defRPr>
            </a:lvl4pPr>
            <a:lvl5pPr marL="1828800" indent="0">
              <a:buNone/>
              <a:defRPr sz="11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期間と金額：　</a:t>
            </a:r>
            <a:r>
              <a:rPr kumimoji="1" lang="en-US" altLang="ja-JP" dirty="0"/>
              <a:t>2025/04-2025/10</a:t>
            </a:r>
            <a:r>
              <a:rPr kumimoji="1" lang="ja-JP" altLang="en-US" dirty="0"/>
              <a:t>　　総額〇〇万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60E5740-6B8D-64C2-824A-930F6175F7B7}"/>
              </a:ext>
            </a:extLst>
          </p:cNvPr>
          <p:cNvSpPr/>
          <p:nvPr userDrawn="1"/>
        </p:nvSpPr>
        <p:spPr>
          <a:xfrm>
            <a:off x="6248016" y="5828960"/>
            <a:ext cx="5727886" cy="6599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B4552ABC-0DE6-7C5D-B04E-78B961B3717E}"/>
              </a:ext>
            </a:extLst>
          </p:cNvPr>
          <p:cNvSpPr/>
          <p:nvPr userDrawn="1"/>
        </p:nvSpPr>
        <p:spPr>
          <a:xfrm>
            <a:off x="6563869" y="5597381"/>
            <a:ext cx="239996" cy="23999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F3DFDE4-F0E2-18EC-A05C-8270D7E6F778}"/>
              </a:ext>
            </a:extLst>
          </p:cNvPr>
          <p:cNvSpPr txBox="1"/>
          <p:nvPr userDrawn="1"/>
        </p:nvSpPr>
        <p:spPr>
          <a:xfrm>
            <a:off x="9883095" y="189054"/>
            <a:ext cx="2032723" cy="309435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400" b="1" dirty="0" err="1">
                <a:solidFill>
                  <a:schemeClr val="accent6"/>
                </a:solidFill>
              </a:rPr>
              <a:t>Exture</a:t>
            </a:r>
            <a:r>
              <a:rPr kumimoji="1" lang="en-US" altLang="ja-JP" sz="1400" b="1" dirty="0">
                <a:solidFill>
                  <a:schemeClr val="bg1">
                    <a:lumMod val="75000"/>
                  </a:schemeClr>
                </a:solidFill>
              </a:rPr>
              <a:t> Project Review</a:t>
            </a:r>
            <a:endParaRPr kumimoji="1" lang="ja-JP" altLang="en-US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40913F-65E0-FFFD-F12F-6C81AABFCA6E}"/>
              </a:ext>
            </a:extLst>
          </p:cNvPr>
          <p:cNvSpPr txBox="1"/>
          <p:nvPr userDrawn="1"/>
        </p:nvSpPr>
        <p:spPr>
          <a:xfrm>
            <a:off x="276097" y="1241843"/>
            <a:ext cx="1340161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プロジェクト概要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452D37-D451-99AF-31A8-44B514983E96}"/>
              </a:ext>
            </a:extLst>
          </p:cNvPr>
          <p:cNvSpPr txBox="1"/>
          <p:nvPr userDrawn="1"/>
        </p:nvSpPr>
        <p:spPr>
          <a:xfrm>
            <a:off x="276097" y="2871095"/>
            <a:ext cx="2571267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うまくできたこと・めぐまれたこと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D23C6B0-0661-E03A-3945-FC0BEF2F264C}"/>
              </a:ext>
            </a:extLst>
          </p:cNvPr>
          <p:cNvSpPr txBox="1"/>
          <p:nvPr userDrawn="1"/>
        </p:nvSpPr>
        <p:spPr>
          <a:xfrm>
            <a:off x="271207" y="4206120"/>
            <a:ext cx="1032384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課題・想定外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5F7CF88-EFF6-B7B0-B052-87A23EA323B8}"/>
              </a:ext>
            </a:extLst>
          </p:cNvPr>
          <p:cNvSpPr txBox="1"/>
          <p:nvPr userDrawn="1"/>
        </p:nvSpPr>
        <p:spPr>
          <a:xfrm>
            <a:off x="271207" y="5358497"/>
            <a:ext cx="1505271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学び </a:t>
            </a:r>
            <a:r>
              <a:rPr kumimoji="1" lang="en-US" altLang="ja-JP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/ </a:t>
            </a: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今後への共有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3877EB7-3BCC-2C00-832E-62075EE505AB}"/>
              </a:ext>
            </a:extLst>
          </p:cNvPr>
          <p:cNvSpPr txBox="1"/>
          <p:nvPr userDrawn="1"/>
        </p:nvSpPr>
        <p:spPr>
          <a:xfrm>
            <a:off x="6803775" y="5514127"/>
            <a:ext cx="1494049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200" b="1" dirty="0">
                <a:solidFill>
                  <a:schemeClr val="tx2"/>
                </a:solidFill>
              </a:rPr>
              <a:t>メンバーからの一言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86987DD-63AE-C790-D03D-9824331A8894}"/>
              </a:ext>
            </a:extLst>
          </p:cNvPr>
          <p:cNvSpPr/>
          <p:nvPr userDrawn="1"/>
        </p:nvSpPr>
        <p:spPr>
          <a:xfrm rot="10800000">
            <a:off x="271207" y="669047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95F1D9E-45C7-26ED-C2FE-E447C3314C2B}"/>
              </a:ext>
            </a:extLst>
          </p:cNvPr>
          <p:cNvSpPr/>
          <p:nvPr userDrawn="1"/>
        </p:nvSpPr>
        <p:spPr>
          <a:xfrm rot="10800000">
            <a:off x="271207" y="1510286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6DF138D8-F9AD-1079-C5BF-29A4E3468147}"/>
              </a:ext>
            </a:extLst>
          </p:cNvPr>
          <p:cNvSpPr/>
          <p:nvPr userDrawn="1"/>
        </p:nvSpPr>
        <p:spPr>
          <a:xfrm rot="10800000">
            <a:off x="271207" y="3139538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5FC367E-2933-AB2D-8302-F4DDD4A40A5A}"/>
              </a:ext>
            </a:extLst>
          </p:cNvPr>
          <p:cNvSpPr/>
          <p:nvPr userDrawn="1"/>
        </p:nvSpPr>
        <p:spPr>
          <a:xfrm rot="10800000">
            <a:off x="271207" y="4474563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B7026570-EFA0-FF50-01E9-B4426F85FADC}"/>
              </a:ext>
            </a:extLst>
          </p:cNvPr>
          <p:cNvSpPr/>
          <p:nvPr userDrawn="1"/>
        </p:nvSpPr>
        <p:spPr>
          <a:xfrm rot="10800000">
            <a:off x="271207" y="5626940"/>
            <a:ext cx="54000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A5AC4204-BF24-8056-BE5E-EACD6ED3DB86}"/>
              </a:ext>
            </a:extLst>
          </p:cNvPr>
          <p:cNvSpPr/>
          <p:nvPr userDrawn="1"/>
        </p:nvSpPr>
        <p:spPr>
          <a:xfrm>
            <a:off x="6176834" y="561975"/>
            <a:ext cx="5727886" cy="4868898"/>
          </a:xfrm>
          <a:prstGeom prst="roundRect">
            <a:avLst>
              <a:gd name="adj" fmla="val 19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7449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プロジェクトキャンバス（分析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61;p15">
            <a:extLst>
              <a:ext uri="{FF2B5EF4-FFF2-40B4-BE49-F238E27FC236}">
                <a16:creationId xmlns:a16="http://schemas.microsoft.com/office/drawing/2014/main" id="{46A01686-C504-B658-DB42-F2EFC232ED37}"/>
              </a:ext>
            </a:extLst>
          </p:cNvPr>
          <p:cNvSpPr/>
          <p:nvPr/>
        </p:nvSpPr>
        <p:spPr>
          <a:xfrm>
            <a:off x="455380" y="695628"/>
            <a:ext cx="11244247" cy="5697120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ea typeface="+mn-ea"/>
              <a:cs typeface="HiraMaruProN-W4"/>
              <a:sym typeface="HiraMaruProN-W4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49A5DB6-AF17-2CDE-83EA-BC0374222D3E}"/>
              </a:ext>
            </a:extLst>
          </p:cNvPr>
          <p:cNvCxnSpPr>
            <a:cxnSpLocks/>
          </p:cNvCxnSpPr>
          <p:nvPr/>
        </p:nvCxnSpPr>
        <p:spPr>
          <a:xfrm flipH="1">
            <a:off x="6056136" y="591860"/>
            <a:ext cx="7693" cy="5933484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9F80FF9-FDA4-8801-86B1-6C02FCE7E06F}"/>
              </a:ext>
            </a:extLst>
          </p:cNvPr>
          <p:cNvCxnSpPr>
            <a:cxnSpLocks/>
          </p:cNvCxnSpPr>
          <p:nvPr/>
        </p:nvCxnSpPr>
        <p:spPr>
          <a:xfrm flipH="1" flipV="1">
            <a:off x="411947" y="2850314"/>
            <a:ext cx="11287680" cy="22216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32DD1FE-7436-7969-6F2C-A22ECAF23BBA}"/>
              </a:ext>
            </a:extLst>
          </p:cNvPr>
          <p:cNvCxnSpPr>
            <a:cxnSpLocks/>
          </p:cNvCxnSpPr>
          <p:nvPr/>
        </p:nvCxnSpPr>
        <p:spPr>
          <a:xfrm flipH="1">
            <a:off x="6077503" y="1390884"/>
            <a:ext cx="5643048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764C26F-9872-39E8-C822-F0E87E74F759}"/>
              </a:ext>
            </a:extLst>
          </p:cNvPr>
          <p:cNvCxnSpPr>
            <a:cxnSpLocks/>
          </p:cNvCxnSpPr>
          <p:nvPr/>
        </p:nvCxnSpPr>
        <p:spPr>
          <a:xfrm flipH="1">
            <a:off x="6077503" y="2150174"/>
            <a:ext cx="5643048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C15523EE-7D51-9ED2-11C5-6FA8759073FC}"/>
              </a:ext>
            </a:extLst>
          </p:cNvPr>
          <p:cNvCxnSpPr>
            <a:cxnSpLocks/>
          </p:cNvCxnSpPr>
          <p:nvPr/>
        </p:nvCxnSpPr>
        <p:spPr>
          <a:xfrm>
            <a:off x="3235711" y="2905125"/>
            <a:ext cx="0" cy="3548211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D47779F-ACB6-FCFE-A3B8-28026E7DADE6}"/>
              </a:ext>
            </a:extLst>
          </p:cNvPr>
          <p:cNvCxnSpPr>
            <a:cxnSpLocks/>
          </p:cNvCxnSpPr>
          <p:nvPr/>
        </p:nvCxnSpPr>
        <p:spPr>
          <a:xfrm>
            <a:off x="8908341" y="1390884"/>
            <a:ext cx="0" cy="5062452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/>
        </p:nvSpPr>
        <p:spPr>
          <a:xfrm rot="10800000">
            <a:off x="197399" y="476673"/>
            <a:ext cx="117972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26" name="Google Shape;72;p15">
            <a:extLst>
              <a:ext uri="{FF2B5EF4-FFF2-40B4-BE49-F238E27FC236}">
                <a16:creationId xmlns:a16="http://schemas.microsoft.com/office/drawing/2014/main" id="{0677D375-538D-8025-3628-711D3A7574D8}"/>
              </a:ext>
            </a:extLst>
          </p:cNvPr>
          <p:cNvSpPr txBox="1"/>
          <p:nvPr/>
        </p:nvSpPr>
        <p:spPr>
          <a:xfrm>
            <a:off x="455050" y="700453"/>
            <a:ext cx="56935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テーマ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7" name="Google Shape;73;p15">
            <a:extLst>
              <a:ext uri="{FF2B5EF4-FFF2-40B4-BE49-F238E27FC236}">
                <a16:creationId xmlns:a16="http://schemas.microsoft.com/office/drawing/2014/main" id="{73ED1D2F-7C82-676F-FD3A-B025167AFB3C}"/>
              </a:ext>
            </a:extLst>
          </p:cNvPr>
          <p:cNvSpPr txBox="1"/>
          <p:nvPr/>
        </p:nvSpPr>
        <p:spPr>
          <a:xfrm>
            <a:off x="455050" y="1803014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ビジネスインパクト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Google Shape;74;p15">
            <a:extLst>
              <a:ext uri="{FF2B5EF4-FFF2-40B4-BE49-F238E27FC236}">
                <a16:creationId xmlns:a16="http://schemas.microsoft.com/office/drawing/2014/main" id="{C8E59A64-8B4E-CF0A-E7C6-8347E234D55A}"/>
              </a:ext>
            </a:extLst>
          </p:cNvPr>
          <p:cNvSpPr txBox="1"/>
          <p:nvPr/>
        </p:nvSpPr>
        <p:spPr>
          <a:xfrm>
            <a:off x="6085757" y="695627"/>
            <a:ext cx="44111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期間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" name="Google Shape;75;p15">
            <a:extLst>
              <a:ext uri="{FF2B5EF4-FFF2-40B4-BE49-F238E27FC236}">
                <a16:creationId xmlns:a16="http://schemas.microsoft.com/office/drawing/2014/main" id="{BFAF476C-DBDC-00E2-0BBF-3F018F2F9D3F}"/>
              </a:ext>
            </a:extLst>
          </p:cNvPr>
          <p:cNvSpPr txBox="1"/>
          <p:nvPr/>
        </p:nvSpPr>
        <p:spPr>
          <a:xfrm>
            <a:off x="6085757" y="1430668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分析頻度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0" name="Google Shape;76;p15">
            <a:extLst>
              <a:ext uri="{FF2B5EF4-FFF2-40B4-BE49-F238E27FC236}">
                <a16:creationId xmlns:a16="http://schemas.microsoft.com/office/drawing/2014/main" id="{A3FBCA46-B430-35EF-E747-F6E1F1ECDFA9}"/>
              </a:ext>
            </a:extLst>
          </p:cNvPr>
          <p:cNvSpPr txBox="1"/>
          <p:nvPr/>
        </p:nvSpPr>
        <p:spPr>
          <a:xfrm>
            <a:off x="6085757" y="2165708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データ準備（主担当）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1" name="Google Shape;77;p15">
            <a:extLst>
              <a:ext uri="{FF2B5EF4-FFF2-40B4-BE49-F238E27FC236}">
                <a16:creationId xmlns:a16="http://schemas.microsoft.com/office/drawing/2014/main" id="{9FE350F8-F6D8-6C4A-DDC0-274445E31310}"/>
              </a:ext>
            </a:extLst>
          </p:cNvPr>
          <p:cNvSpPr txBox="1"/>
          <p:nvPr/>
        </p:nvSpPr>
        <p:spPr>
          <a:xfrm>
            <a:off x="8915961" y="1430668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着手判断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2" name="Google Shape;78;p15">
            <a:extLst>
              <a:ext uri="{FF2B5EF4-FFF2-40B4-BE49-F238E27FC236}">
                <a16:creationId xmlns:a16="http://schemas.microsoft.com/office/drawing/2014/main" id="{0B2C5DC2-B051-1D5E-84D1-5035625E0DE5}"/>
              </a:ext>
            </a:extLst>
          </p:cNvPr>
          <p:cNvSpPr txBox="1"/>
          <p:nvPr/>
        </p:nvSpPr>
        <p:spPr>
          <a:xfrm>
            <a:off x="8915961" y="2165708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施策立案（主担当）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3" name="Google Shape;79;p15">
            <a:extLst>
              <a:ext uri="{FF2B5EF4-FFF2-40B4-BE49-F238E27FC236}">
                <a16:creationId xmlns:a16="http://schemas.microsoft.com/office/drawing/2014/main" id="{112DE172-4DF3-7229-C09F-684954A06AD0}"/>
              </a:ext>
            </a:extLst>
          </p:cNvPr>
          <p:cNvSpPr txBox="1"/>
          <p:nvPr/>
        </p:nvSpPr>
        <p:spPr>
          <a:xfrm>
            <a:off x="8915961" y="2900749"/>
            <a:ext cx="95407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データソース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4" name="Google Shape;80;p15">
            <a:extLst>
              <a:ext uri="{FF2B5EF4-FFF2-40B4-BE49-F238E27FC236}">
                <a16:creationId xmlns:a16="http://schemas.microsoft.com/office/drawing/2014/main" id="{45C54162-0F08-7DBB-F32E-252E0D700BEE}"/>
              </a:ext>
            </a:extLst>
          </p:cNvPr>
          <p:cNvSpPr txBox="1"/>
          <p:nvPr/>
        </p:nvSpPr>
        <p:spPr>
          <a:xfrm>
            <a:off x="6085757" y="2900749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成功基準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5" name="Google Shape;81;p15">
            <a:extLst>
              <a:ext uri="{FF2B5EF4-FFF2-40B4-BE49-F238E27FC236}">
                <a16:creationId xmlns:a16="http://schemas.microsoft.com/office/drawing/2014/main" id="{746EF045-F59B-536D-C83D-67922F509BD3}"/>
              </a:ext>
            </a:extLst>
          </p:cNvPr>
          <p:cNvSpPr txBox="1"/>
          <p:nvPr/>
        </p:nvSpPr>
        <p:spPr>
          <a:xfrm>
            <a:off x="455050" y="2905575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誰のため、何のため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6" name="Google Shape;82;p15">
            <a:extLst>
              <a:ext uri="{FF2B5EF4-FFF2-40B4-BE49-F238E27FC236}">
                <a16:creationId xmlns:a16="http://schemas.microsoft.com/office/drawing/2014/main" id="{D5E5079B-4B89-12A8-6D76-8BD01F16F336}"/>
              </a:ext>
            </a:extLst>
          </p:cNvPr>
          <p:cNvSpPr txBox="1"/>
          <p:nvPr/>
        </p:nvSpPr>
        <p:spPr>
          <a:xfrm>
            <a:off x="3273029" y="2900749"/>
            <a:ext cx="108231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想定アクション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47" name="Google Shape;93;p15">
            <a:extLst>
              <a:ext uri="{FF2B5EF4-FFF2-40B4-BE49-F238E27FC236}">
                <a16:creationId xmlns:a16="http://schemas.microsoft.com/office/drawing/2014/main" id="{29B532C9-B918-8A7F-5830-A29D77D8D0F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10554" y="1286579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94;p15">
            <a:extLst>
              <a:ext uri="{FF2B5EF4-FFF2-40B4-BE49-F238E27FC236}">
                <a16:creationId xmlns:a16="http://schemas.microsoft.com/office/drawing/2014/main" id="{26096CE1-A623-1C9C-CF11-DDD441F0D22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0902" y="940642"/>
            <a:ext cx="418725" cy="450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95;p15">
            <a:extLst>
              <a:ext uri="{FF2B5EF4-FFF2-40B4-BE49-F238E27FC236}">
                <a16:creationId xmlns:a16="http://schemas.microsoft.com/office/drawing/2014/main" id="{D6B952DA-7ED9-5ED4-B47F-396445EA454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3869" y="1759215"/>
            <a:ext cx="395229" cy="390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96;p15">
            <a:extLst>
              <a:ext uri="{FF2B5EF4-FFF2-40B4-BE49-F238E27FC236}">
                <a16:creationId xmlns:a16="http://schemas.microsoft.com/office/drawing/2014/main" id="{899F9DDB-80EB-450E-E5BC-2C489E72766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29851" y="1718926"/>
            <a:ext cx="360871" cy="40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97;p15">
            <a:extLst>
              <a:ext uri="{FF2B5EF4-FFF2-40B4-BE49-F238E27FC236}">
                <a16:creationId xmlns:a16="http://schemas.microsoft.com/office/drawing/2014/main" id="{6A3C78BF-A969-A292-14C6-1F301F4E4F7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97102" y="2453292"/>
            <a:ext cx="390717" cy="40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98;p15">
            <a:extLst>
              <a:ext uri="{FF2B5EF4-FFF2-40B4-BE49-F238E27FC236}">
                <a16:creationId xmlns:a16="http://schemas.microsoft.com/office/drawing/2014/main" id="{AA183FDC-2A97-CE65-3D4D-F059C7227FA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2818" y="2388203"/>
            <a:ext cx="509628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99;p15">
            <a:extLst>
              <a:ext uri="{FF2B5EF4-FFF2-40B4-BE49-F238E27FC236}">
                <a16:creationId xmlns:a16="http://schemas.microsoft.com/office/drawing/2014/main" id="{6210A7F7-42CF-86AD-1AFC-5E124A95D7B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55136" y="5868154"/>
            <a:ext cx="473693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100;p15">
            <a:extLst>
              <a:ext uri="{FF2B5EF4-FFF2-40B4-BE49-F238E27FC236}">
                <a16:creationId xmlns:a16="http://schemas.microsoft.com/office/drawing/2014/main" id="{4AE163AF-9D5B-2A73-648C-8A1B5AD0238D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0936" y="5907147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101;p15">
            <a:extLst>
              <a:ext uri="{FF2B5EF4-FFF2-40B4-BE49-F238E27FC236}">
                <a16:creationId xmlns:a16="http://schemas.microsoft.com/office/drawing/2014/main" id="{3E2E6A12-2E8E-E37D-A6AF-AA7EFC73C85B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53408" y="2485443"/>
            <a:ext cx="390886" cy="390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103;p15">
            <a:extLst>
              <a:ext uri="{FF2B5EF4-FFF2-40B4-BE49-F238E27FC236}">
                <a16:creationId xmlns:a16="http://schemas.microsoft.com/office/drawing/2014/main" id="{C7B09D12-E72A-B4E9-4C67-48846D9835E9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21163" y="5868154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104;p15">
            <a:extLst>
              <a:ext uri="{FF2B5EF4-FFF2-40B4-BE49-F238E27FC236}">
                <a16:creationId xmlns:a16="http://schemas.microsoft.com/office/drawing/2014/main" id="{90D5BCF5-03D2-CFCD-BB20-22DD68C0439C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30524" y="5868154"/>
            <a:ext cx="490027" cy="49002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83;p15">
            <a:extLst>
              <a:ext uri="{FF2B5EF4-FFF2-40B4-BE49-F238E27FC236}">
                <a16:creationId xmlns:a16="http://schemas.microsoft.com/office/drawing/2014/main" id="{457B5865-B997-FD0E-7199-4ED43FDFE806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455050" y="990377"/>
            <a:ext cx="4978900" cy="755434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3" name="Google Shape;83;p15">
            <a:extLst>
              <a:ext uri="{FF2B5EF4-FFF2-40B4-BE49-F238E27FC236}">
                <a16:creationId xmlns:a16="http://schemas.microsoft.com/office/drawing/2014/main" id="{8EFA4A23-C104-646C-9E64-3C9BEE8EA688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455050" y="2087465"/>
            <a:ext cx="4978900" cy="755434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4" name="Google Shape;83;p15">
            <a:extLst>
              <a:ext uri="{FF2B5EF4-FFF2-40B4-BE49-F238E27FC236}">
                <a16:creationId xmlns:a16="http://schemas.microsoft.com/office/drawing/2014/main" id="{78710996-CFCD-BFFE-51CB-6313A1FFC4FF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6085757" y="980193"/>
            <a:ext cx="4962160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5" name="Google Shape;83;p15">
            <a:extLst>
              <a:ext uri="{FF2B5EF4-FFF2-40B4-BE49-F238E27FC236}">
                <a16:creationId xmlns:a16="http://schemas.microsoft.com/office/drawing/2014/main" id="{0927B0B9-F7AD-B930-D111-D6A6746B7855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6085757" y="1685705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6" name="Google Shape;83;p15">
            <a:extLst>
              <a:ext uri="{FF2B5EF4-FFF2-40B4-BE49-F238E27FC236}">
                <a16:creationId xmlns:a16="http://schemas.microsoft.com/office/drawing/2014/main" id="{698E1D8B-2886-84DB-2E46-CFDBF9FC30B9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8915961" y="1685705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7" name="Google Shape;83;p15">
            <a:extLst>
              <a:ext uri="{FF2B5EF4-FFF2-40B4-BE49-F238E27FC236}">
                <a16:creationId xmlns:a16="http://schemas.microsoft.com/office/drawing/2014/main" id="{63C6FB79-0E55-40FC-7782-09A366D92F27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6085757" y="2428651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8" name="Google Shape;83;p15">
            <a:extLst>
              <a:ext uri="{FF2B5EF4-FFF2-40B4-BE49-F238E27FC236}">
                <a16:creationId xmlns:a16="http://schemas.microsoft.com/office/drawing/2014/main" id="{53074DCA-BBBA-14B1-1BC6-337CFDCAFC01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8915961" y="2428651"/>
            <a:ext cx="2594693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69" name="Google Shape;83;p15">
            <a:extLst>
              <a:ext uri="{FF2B5EF4-FFF2-40B4-BE49-F238E27FC236}">
                <a16:creationId xmlns:a16="http://schemas.microsoft.com/office/drawing/2014/main" id="{7274F00F-FB79-CA19-58A3-A2EC72097FC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455050" y="3186973"/>
            <a:ext cx="2758536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0" name="Google Shape;83;p15">
            <a:extLst>
              <a:ext uri="{FF2B5EF4-FFF2-40B4-BE49-F238E27FC236}">
                <a16:creationId xmlns:a16="http://schemas.microsoft.com/office/drawing/2014/main" id="{18BF07E3-4D17-25E2-6930-E9D2930959A2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3273027" y="3182147"/>
            <a:ext cx="2758536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1" name="Google Shape;83;p15">
            <a:extLst>
              <a:ext uri="{FF2B5EF4-FFF2-40B4-BE49-F238E27FC236}">
                <a16:creationId xmlns:a16="http://schemas.microsoft.com/office/drawing/2014/main" id="{DE58D3A6-E80F-A0EB-C169-2139DC9190B0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6085757" y="3182147"/>
            <a:ext cx="2808909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2" name="Google Shape;83;p15">
            <a:extLst>
              <a:ext uri="{FF2B5EF4-FFF2-40B4-BE49-F238E27FC236}">
                <a16:creationId xmlns:a16="http://schemas.microsoft.com/office/drawing/2014/main" id="{A162BF82-1506-6589-4172-B4A4BC8EF5E8}"/>
              </a:ext>
            </a:extLst>
          </p:cNvPr>
          <p:cNvSpPr txBox="1">
            <a:spLocks noGrp="1"/>
          </p:cNvSpPr>
          <p:nvPr>
            <p:ph type="body" idx="25"/>
          </p:nvPr>
        </p:nvSpPr>
        <p:spPr>
          <a:xfrm>
            <a:off x="8915961" y="3182147"/>
            <a:ext cx="2758536" cy="321060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81AFE813-74C7-89A2-C015-56B8420DAF7C}"/>
              </a:ext>
            </a:extLst>
          </p:cNvPr>
          <p:cNvCxnSpPr>
            <a:cxnSpLocks/>
          </p:cNvCxnSpPr>
          <p:nvPr/>
        </p:nvCxnSpPr>
        <p:spPr>
          <a:xfrm flipH="1">
            <a:off x="411947" y="1764724"/>
            <a:ext cx="566555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62423198-892A-5BD3-C996-E636B2D35E3F}"/>
              </a:ext>
            </a:extLst>
          </p:cNvPr>
          <p:cNvSpPr/>
          <p:nvPr userDrawn="1"/>
        </p:nvSpPr>
        <p:spPr>
          <a:xfrm>
            <a:off x="455380" y="695628"/>
            <a:ext cx="11244247" cy="5697120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ea typeface="+mn-ea"/>
              <a:cs typeface="HiraMaruProN-W4"/>
              <a:sym typeface="HiraMaruProN-W4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5B06260-89FC-41D3-9B52-48024BA3CE4C}"/>
              </a:ext>
            </a:extLst>
          </p:cNvPr>
          <p:cNvCxnSpPr>
            <a:cxnSpLocks/>
          </p:cNvCxnSpPr>
          <p:nvPr userDrawn="1"/>
        </p:nvCxnSpPr>
        <p:spPr>
          <a:xfrm flipH="1">
            <a:off x="6056136" y="591860"/>
            <a:ext cx="7693" cy="5933484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BA63A98-A207-DC3D-51ED-92839A589C40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1947" y="2850314"/>
            <a:ext cx="11287680" cy="22216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E53795E-27BF-614E-C383-6B413F922D30}"/>
              </a:ext>
            </a:extLst>
          </p:cNvPr>
          <p:cNvCxnSpPr>
            <a:cxnSpLocks/>
          </p:cNvCxnSpPr>
          <p:nvPr userDrawn="1"/>
        </p:nvCxnSpPr>
        <p:spPr>
          <a:xfrm flipH="1">
            <a:off x="6077503" y="1390884"/>
            <a:ext cx="5643048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D1FA30C-53A4-6184-62A1-53B7E448A77D}"/>
              </a:ext>
            </a:extLst>
          </p:cNvPr>
          <p:cNvCxnSpPr>
            <a:cxnSpLocks/>
          </p:cNvCxnSpPr>
          <p:nvPr userDrawn="1"/>
        </p:nvCxnSpPr>
        <p:spPr>
          <a:xfrm flipH="1">
            <a:off x="6077503" y="2150174"/>
            <a:ext cx="5643048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3FA8691-B344-FC3C-00E8-5A03B33A9391}"/>
              </a:ext>
            </a:extLst>
          </p:cNvPr>
          <p:cNvCxnSpPr>
            <a:cxnSpLocks/>
          </p:cNvCxnSpPr>
          <p:nvPr userDrawn="1"/>
        </p:nvCxnSpPr>
        <p:spPr>
          <a:xfrm>
            <a:off x="3235711" y="2905125"/>
            <a:ext cx="0" cy="3548211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961A77A-8564-4217-3356-2964472190D1}"/>
              </a:ext>
            </a:extLst>
          </p:cNvPr>
          <p:cNvCxnSpPr>
            <a:cxnSpLocks/>
          </p:cNvCxnSpPr>
          <p:nvPr userDrawn="1"/>
        </p:nvCxnSpPr>
        <p:spPr>
          <a:xfrm>
            <a:off x="8908341" y="1390884"/>
            <a:ext cx="0" cy="5062452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3BFCE9A-4749-71B3-3286-0943E5FAE7A7}"/>
              </a:ext>
            </a:extLst>
          </p:cNvPr>
          <p:cNvSpPr/>
          <p:nvPr userDrawn="1"/>
        </p:nvSpPr>
        <p:spPr>
          <a:xfrm rot="10800000">
            <a:off x="197399" y="476673"/>
            <a:ext cx="117972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Google Shape;72;p15">
            <a:extLst>
              <a:ext uri="{FF2B5EF4-FFF2-40B4-BE49-F238E27FC236}">
                <a16:creationId xmlns:a16="http://schemas.microsoft.com/office/drawing/2014/main" id="{27AF8EE7-C6DF-3A1E-2ADA-A779B91CE074}"/>
              </a:ext>
            </a:extLst>
          </p:cNvPr>
          <p:cNvSpPr txBox="1"/>
          <p:nvPr userDrawn="1"/>
        </p:nvSpPr>
        <p:spPr>
          <a:xfrm>
            <a:off x="455050" y="700453"/>
            <a:ext cx="56935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テーマ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Google Shape;73;p15">
            <a:extLst>
              <a:ext uri="{FF2B5EF4-FFF2-40B4-BE49-F238E27FC236}">
                <a16:creationId xmlns:a16="http://schemas.microsoft.com/office/drawing/2014/main" id="{A202477A-E450-5CB7-772C-18F9BCD02022}"/>
              </a:ext>
            </a:extLst>
          </p:cNvPr>
          <p:cNvSpPr txBox="1"/>
          <p:nvPr userDrawn="1"/>
        </p:nvSpPr>
        <p:spPr>
          <a:xfrm>
            <a:off x="455050" y="1803014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ビジネスインパクト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Google Shape;74;p15">
            <a:extLst>
              <a:ext uri="{FF2B5EF4-FFF2-40B4-BE49-F238E27FC236}">
                <a16:creationId xmlns:a16="http://schemas.microsoft.com/office/drawing/2014/main" id="{E4DBE6F8-EBA5-BA48-7302-8C1F5C08BE12}"/>
              </a:ext>
            </a:extLst>
          </p:cNvPr>
          <p:cNvSpPr txBox="1"/>
          <p:nvPr userDrawn="1"/>
        </p:nvSpPr>
        <p:spPr>
          <a:xfrm>
            <a:off x="6085757" y="695627"/>
            <a:ext cx="44111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期間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" name="Google Shape;75;p15">
            <a:extLst>
              <a:ext uri="{FF2B5EF4-FFF2-40B4-BE49-F238E27FC236}">
                <a16:creationId xmlns:a16="http://schemas.microsoft.com/office/drawing/2014/main" id="{ADA7FB3C-9F37-1E6E-F643-8FF9FBE7382E}"/>
              </a:ext>
            </a:extLst>
          </p:cNvPr>
          <p:cNvSpPr txBox="1"/>
          <p:nvPr userDrawn="1"/>
        </p:nvSpPr>
        <p:spPr>
          <a:xfrm>
            <a:off x="6085757" y="1430668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分析頻度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" name="Google Shape;76;p15">
            <a:extLst>
              <a:ext uri="{FF2B5EF4-FFF2-40B4-BE49-F238E27FC236}">
                <a16:creationId xmlns:a16="http://schemas.microsoft.com/office/drawing/2014/main" id="{7A0420AE-5AA3-6DF5-0318-26AA27E39BEB}"/>
              </a:ext>
            </a:extLst>
          </p:cNvPr>
          <p:cNvSpPr txBox="1"/>
          <p:nvPr userDrawn="1"/>
        </p:nvSpPr>
        <p:spPr>
          <a:xfrm>
            <a:off x="6085757" y="2165708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データ準備（主担当）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" name="Google Shape;77;p15">
            <a:extLst>
              <a:ext uri="{FF2B5EF4-FFF2-40B4-BE49-F238E27FC236}">
                <a16:creationId xmlns:a16="http://schemas.microsoft.com/office/drawing/2014/main" id="{D88A6E0D-5D8D-8D38-8834-E588B8965203}"/>
              </a:ext>
            </a:extLst>
          </p:cNvPr>
          <p:cNvSpPr txBox="1"/>
          <p:nvPr userDrawn="1"/>
        </p:nvSpPr>
        <p:spPr>
          <a:xfrm>
            <a:off x="8915961" y="1430668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着手判断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2" name="Google Shape;78;p15">
            <a:extLst>
              <a:ext uri="{FF2B5EF4-FFF2-40B4-BE49-F238E27FC236}">
                <a16:creationId xmlns:a16="http://schemas.microsoft.com/office/drawing/2014/main" id="{B2410C11-F6E4-7DAB-466F-1AFF847098A7}"/>
              </a:ext>
            </a:extLst>
          </p:cNvPr>
          <p:cNvSpPr txBox="1"/>
          <p:nvPr userDrawn="1"/>
        </p:nvSpPr>
        <p:spPr>
          <a:xfrm>
            <a:off x="8915961" y="2165708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施策立案（主担当）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Google Shape;79;p15">
            <a:extLst>
              <a:ext uri="{FF2B5EF4-FFF2-40B4-BE49-F238E27FC236}">
                <a16:creationId xmlns:a16="http://schemas.microsoft.com/office/drawing/2014/main" id="{C0B49037-A3F9-7F20-287E-0ED48D71C6E3}"/>
              </a:ext>
            </a:extLst>
          </p:cNvPr>
          <p:cNvSpPr txBox="1"/>
          <p:nvPr userDrawn="1"/>
        </p:nvSpPr>
        <p:spPr>
          <a:xfrm>
            <a:off x="8915961" y="2900749"/>
            <a:ext cx="95407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データソース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Google Shape;80;p15">
            <a:extLst>
              <a:ext uri="{FF2B5EF4-FFF2-40B4-BE49-F238E27FC236}">
                <a16:creationId xmlns:a16="http://schemas.microsoft.com/office/drawing/2014/main" id="{3E88388A-F046-16D7-2B23-BCF8CFA6A3FA}"/>
              </a:ext>
            </a:extLst>
          </p:cNvPr>
          <p:cNvSpPr txBox="1"/>
          <p:nvPr userDrawn="1"/>
        </p:nvSpPr>
        <p:spPr>
          <a:xfrm>
            <a:off x="6085757" y="2900749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成功基準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5" name="Google Shape;81;p15">
            <a:extLst>
              <a:ext uri="{FF2B5EF4-FFF2-40B4-BE49-F238E27FC236}">
                <a16:creationId xmlns:a16="http://schemas.microsoft.com/office/drawing/2014/main" id="{9C26BCF2-15B0-6E58-EAB3-4CF0A98EC574}"/>
              </a:ext>
            </a:extLst>
          </p:cNvPr>
          <p:cNvSpPr txBox="1"/>
          <p:nvPr userDrawn="1"/>
        </p:nvSpPr>
        <p:spPr>
          <a:xfrm>
            <a:off x="455050" y="2905575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誰のため、何のため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8" name="Google Shape;82;p15">
            <a:extLst>
              <a:ext uri="{FF2B5EF4-FFF2-40B4-BE49-F238E27FC236}">
                <a16:creationId xmlns:a16="http://schemas.microsoft.com/office/drawing/2014/main" id="{0BF0E06A-D05A-4733-3392-6F02279BD8E6}"/>
              </a:ext>
            </a:extLst>
          </p:cNvPr>
          <p:cNvSpPr txBox="1"/>
          <p:nvPr userDrawn="1"/>
        </p:nvSpPr>
        <p:spPr>
          <a:xfrm>
            <a:off x="3273029" y="2900749"/>
            <a:ext cx="108231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想定アクション</a:t>
            </a:r>
            <a:endParaRPr sz="1000" b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41" name="Google Shape;93;p15">
            <a:extLst>
              <a:ext uri="{FF2B5EF4-FFF2-40B4-BE49-F238E27FC236}">
                <a16:creationId xmlns:a16="http://schemas.microsoft.com/office/drawing/2014/main" id="{1A4E8CB1-9DDB-A42F-349D-98E1A18478A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10554" y="1286579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94;p15">
            <a:extLst>
              <a:ext uri="{FF2B5EF4-FFF2-40B4-BE49-F238E27FC236}">
                <a16:creationId xmlns:a16="http://schemas.microsoft.com/office/drawing/2014/main" id="{61A129FD-F104-1F87-2F0B-7B0A21C7A46F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0902" y="940642"/>
            <a:ext cx="418725" cy="450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95;p15">
            <a:extLst>
              <a:ext uri="{FF2B5EF4-FFF2-40B4-BE49-F238E27FC236}">
                <a16:creationId xmlns:a16="http://schemas.microsoft.com/office/drawing/2014/main" id="{DEA51D2D-B320-2EF3-5E60-9821264EB365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3869" y="1759215"/>
            <a:ext cx="395229" cy="390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96;p15">
            <a:extLst>
              <a:ext uri="{FF2B5EF4-FFF2-40B4-BE49-F238E27FC236}">
                <a16:creationId xmlns:a16="http://schemas.microsoft.com/office/drawing/2014/main" id="{F80B2974-C965-F599-A417-D81CFF803230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29851" y="1718926"/>
            <a:ext cx="360871" cy="40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97;p15">
            <a:extLst>
              <a:ext uri="{FF2B5EF4-FFF2-40B4-BE49-F238E27FC236}">
                <a16:creationId xmlns:a16="http://schemas.microsoft.com/office/drawing/2014/main" id="{C93D1AF3-4F13-D111-671D-A688C314A1F5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97102" y="2453292"/>
            <a:ext cx="390717" cy="40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98;p15">
            <a:extLst>
              <a:ext uri="{FF2B5EF4-FFF2-40B4-BE49-F238E27FC236}">
                <a16:creationId xmlns:a16="http://schemas.microsoft.com/office/drawing/2014/main" id="{515DAC8A-81DE-8602-90EE-26F8DD0CA449}"/>
              </a:ext>
            </a:extLst>
          </p:cNvPr>
          <p:cNvPicPr preferRelativeResize="0"/>
          <p:nvPr userDrawn="1"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2818" y="2388203"/>
            <a:ext cx="509628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99;p15">
            <a:extLst>
              <a:ext uri="{FF2B5EF4-FFF2-40B4-BE49-F238E27FC236}">
                <a16:creationId xmlns:a16="http://schemas.microsoft.com/office/drawing/2014/main" id="{5EBF3E78-C38C-16D8-192D-FAC4CBFD043F}"/>
              </a:ext>
            </a:extLst>
          </p:cNvPr>
          <p:cNvPicPr preferRelativeResize="0"/>
          <p:nvPr userDrawn="1"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55136" y="5868154"/>
            <a:ext cx="473693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100;p15">
            <a:extLst>
              <a:ext uri="{FF2B5EF4-FFF2-40B4-BE49-F238E27FC236}">
                <a16:creationId xmlns:a16="http://schemas.microsoft.com/office/drawing/2014/main" id="{B22946AF-7703-100A-CA3E-A5140E65A29E}"/>
              </a:ext>
            </a:extLst>
          </p:cNvPr>
          <p:cNvPicPr preferRelativeResize="0"/>
          <p:nvPr userDrawn="1"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0936" y="5907147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101;p15">
            <a:extLst>
              <a:ext uri="{FF2B5EF4-FFF2-40B4-BE49-F238E27FC236}">
                <a16:creationId xmlns:a16="http://schemas.microsoft.com/office/drawing/2014/main" id="{4F431D43-E0FD-18FC-27F8-23DDCCD81AB4}"/>
              </a:ext>
            </a:extLst>
          </p:cNvPr>
          <p:cNvPicPr preferRelativeResize="0"/>
          <p:nvPr userDrawn="1"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53408" y="2485443"/>
            <a:ext cx="390886" cy="390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103;p15">
            <a:extLst>
              <a:ext uri="{FF2B5EF4-FFF2-40B4-BE49-F238E27FC236}">
                <a16:creationId xmlns:a16="http://schemas.microsoft.com/office/drawing/2014/main" id="{E8D33D01-9866-9825-BEC5-52DCE0A4C523}"/>
              </a:ext>
            </a:extLst>
          </p:cNvPr>
          <p:cNvPicPr preferRelativeResize="0"/>
          <p:nvPr userDrawn="1"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21163" y="5868154"/>
            <a:ext cx="490027" cy="49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104;p15">
            <a:extLst>
              <a:ext uri="{FF2B5EF4-FFF2-40B4-BE49-F238E27FC236}">
                <a16:creationId xmlns:a16="http://schemas.microsoft.com/office/drawing/2014/main" id="{0E3BBAF1-C0F1-8EA7-1B1D-AE3917CFE2AD}"/>
              </a:ext>
            </a:extLst>
          </p:cNvPr>
          <p:cNvPicPr preferRelativeResize="0"/>
          <p:nvPr userDrawn="1"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30524" y="5868154"/>
            <a:ext cx="490027" cy="4900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886217D6-D48B-8D41-B57B-17858D707E24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1764724"/>
            <a:ext cx="566555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8435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プロジェクトキャンバス（BI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1;p16">
            <a:extLst>
              <a:ext uri="{FF2B5EF4-FFF2-40B4-BE49-F238E27FC236}">
                <a16:creationId xmlns:a16="http://schemas.microsoft.com/office/drawing/2014/main" id="{EC1D6462-7946-1950-817D-4461C5B4092C}"/>
              </a:ext>
            </a:extLst>
          </p:cNvPr>
          <p:cNvSpPr/>
          <p:nvPr/>
        </p:nvSpPr>
        <p:spPr>
          <a:xfrm>
            <a:off x="446887" y="695627"/>
            <a:ext cx="11231336" cy="5704042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8735F7A5-AECB-EFBF-BD22-AF84C198743D}"/>
              </a:ext>
            </a:extLst>
          </p:cNvPr>
          <p:cNvCxnSpPr>
            <a:cxnSpLocks/>
          </p:cNvCxnSpPr>
          <p:nvPr/>
        </p:nvCxnSpPr>
        <p:spPr>
          <a:xfrm>
            <a:off x="6056136" y="2158230"/>
            <a:ext cx="0" cy="4367114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コネクタ 136">
            <a:extLst>
              <a:ext uri="{FF2B5EF4-FFF2-40B4-BE49-F238E27FC236}">
                <a16:creationId xmlns:a16="http://schemas.microsoft.com/office/drawing/2014/main" id="{C1CA8C7E-C549-42B9-2A17-1BEA7A51BEAF}"/>
              </a:ext>
            </a:extLst>
          </p:cNvPr>
          <p:cNvCxnSpPr>
            <a:cxnSpLocks/>
          </p:cNvCxnSpPr>
          <p:nvPr/>
        </p:nvCxnSpPr>
        <p:spPr>
          <a:xfrm flipH="1">
            <a:off x="411947" y="1391344"/>
            <a:ext cx="1128532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9E3665FD-1AD1-FD73-6A59-3C92224DD1F9}"/>
              </a:ext>
            </a:extLst>
          </p:cNvPr>
          <p:cNvCxnSpPr>
            <a:cxnSpLocks/>
          </p:cNvCxnSpPr>
          <p:nvPr/>
        </p:nvCxnSpPr>
        <p:spPr>
          <a:xfrm flipH="1">
            <a:off x="411947" y="2155114"/>
            <a:ext cx="1128532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6C646504-DB74-ACF8-121E-C046E5AB4989}"/>
              </a:ext>
            </a:extLst>
          </p:cNvPr>
          <p:cNvCxnSpPr>
            <a:cxnSpLocks/>
          </p:cNvCxnSpPr>
          <p:nvPr/>
        </p:nvCxnSpPr>
        <p:spPr>
          <a:xfrm flipH="1">
            <a:off x="411947" y="3980982"/>
            <a:ext cx="5651882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コネクタ 142">
            <a:extLst>
              <a:ext uri="{FF2B5EF4-FFF2-40B4-BE49-F238E27FC236}">
                <a16:creationId xmlns:a16="http://schemas.microsoft.com/office/drawing/2014/main" id="{295A949B-4751-8850-DF73-F0AE6ABADDDF}"/>
              </a:ext>
            </a:extLst>
          </p:cNvPr>
          <p:cNvCxnSpPr>
            <a:cxnSpLocks/>
          </p:cNvCxnSpPr>
          <p:nvPr/>
        </p:nvCxnSpPr>
        <p:spPr>
          <a:xfrm>
            <a:off x="4662015" y="660400"/>
            <a:ext cx="0" cy="148590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3512608D-BD23-77F2-0CB8-9F8E141DB6F6}"/>
              </a:ext>
            </a:extLst>
          </p:cNvPr>
          <p:cNvCxnSpPr>
            <a:cxnSpLocks/>
          </p:cNvCxnSpPr>
          <p:nvPr/>
        </p:nvCxnSpPr>
        <p:spPr>
          <a:xfrm>
            <a:off x="8890214" y="660400"/>
            <a:ext cx="0" cy="5739269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18BB06A5-EC3C-056D-C7B7-FF73EF2ABB63}"/>
              </a:ext>
            </a:extLst>
          </p:cNvPr>
          <p:cNvCxnSpPr>
            <a:cxnSpLocks/>
          </p:cNvCxnSpPr>
          <p:nvPr/>
        </p:nvCxnSpPr>
        <p:spPr>
          <a:xfrm>
            <a:off x="3237016" y="2158230"/>
            <a:ext cx="0" cy="4241439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C831A2F3-1A16-3DC8-0A9D-B126BE0CAE66}"/>
              </a:ext>
            </a:extLst>
          </p:cNvPr>
          <p:cNvCxnSpPr>
            <a:cxnSpLocks/>
          </p:cNvCxnSpPr>
          <p:nvPr/>
        </p:nvCxnSpPr>
        <p:spPr>
          <a:xfrm flipH="1">
            <a:off x="8890214" y="3538513"/>
            <a:ext cx="2807059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コネクタ 152">
            <a:extLst>
              <a:ext uri="{FF2B5EF4-FFF2-40B4-BE49-F238E27FC236}">
                <a16:creationId xmlns:a16="http://schemas.microsoft.com/office/drawing/2014/main" id="{7D06B0C7-5BC1-9E99-F17E-DB8AA00AAFB3}"/>
              </a:ext>
            </a:extLst>
          </p:cNvPr>
          <p:cNvCxnSpPr>
            <a:cxnSpLocks/>
          </p:cNvCxnSpPr>
          <p:nvPr/>
        </p:nvCxnSpPr>
        <p:spPr>
          <a:xfrm flipH="1">
            <a:off x="8890214" y="4696090"/>
            <a:ext cx="2807059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1FDF30-8143-4C87-BAC7-BDDAB2025AF9}"/>
              </a:ext>
            </a:extLst>
          </p:cNvPr>
          <p:cNvSpPr/>
          <p:nvPr/>
        </p:nvSpPr>
        <p:spPr>
          <a:xfrm rot="10800000">
            <a:off x="197399" y="476673"/>
            <a:ext cx="117972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FADF279C-9BFF-4605-8416-0FEA24C61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344" y="128621"/>
            <a:ext cx="11625395" cy="386054"/>
          </a:xfrm>
          <a:prstGeom prst="rect">
            <a:avLst/>
          </a:prstGeom>
          <a:noFill/>
          <a:ln>
            <a:noFill/>
          </a:ln>
        </p:spPr>
        <p:txBody>
          <a:bodyPr wrap="square" lIns="0" tIns="72000" rIns="0" bIns="36000" anchor="t" anchorCtr="0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None/>
              <a:defRPr sz="18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431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pic>
        <p:nvPicPr>
          <p:cNvPr id="60" name="Google Shape;130;p16">
            <a:extLst>
              <a:ext uri="{FF2B5EF4-FFF2-40B4-BE49-F238E27FC236}">
                <a16:creationId xmlns:a16="http://schemas.microsoft.com/office/drawing/2014/main" id="{1AC62848-0C55-D4A2-CC55-C7BFA19F55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5544" y="3510077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131;p16">
            <a:extLst>
              <a:ext uri="{FF2B5EF4-FFF2-40B4-BE49-F238E27FC236}">
                <a16:creationId xmlns:a16="http://schemas.microsoft.com/office/drawing/2014/main" id="{C5A70333-F06F-75F7-EA7B-BB48EF0E62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145" y="5886801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132;p16">
            <a:extLst>
              <a:ext uri="{FF2B5EF4-FFF2-40B4-BE49-F238E27FC236}">
                <a16:creationId xmlns:a16="http://schemas.microsoft.com/office/drawing/2014/main" id="{034A7320-5364-A443-69B1-1B0E2A61533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8301" y="3470036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136;p16">
            <a:extLst>
              <a:ext uri="{FF2B5EF4-FFF2-40B4-BE49-F238E27FC236}">
                <a16:creationId xmlns:a16="http://schemas.microsoft.com/office/drawing/2014/main" id="{26D0DD73-81BF-3E77-7B89-7F28E1D1A2D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6716" y="5868481"/>
            <a:ext cx="473060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137;p16">
            <a:extLst>
              <a:ext uri="{FF2B5EF4-FFF2-40B4-BE49-F238E27FC236}">
                <a16:creationId xmlns:a16="http://schemas.microsoft.com/office/drawing/2014/main" id="{597CD30B-36BE-39B7-6DC8-5ADE21B761E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7924" y="5910297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138;p16">
            <a:extLst>
              <a:ext uri="{FF2B5EF4-FFF2-40B4-BE49-F238E27FC236}">
                <a16:creationId xmlns:a16="http://schemas.microsoft.com/office/drawing/2014/main" id="{75D16F85-0323-60DF-07EE-0348A5DC9AB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5139" y="910785"/>
            <a:ext cx="438277" cy="43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139;p16">
            <a:extLst>
              <a:ext uri="{FF2B5EF4-FFF2-40B4-BE49-F238E27FC236}">
                <a16:creationId xmlns:a16="http://schemas.microsoft.com/office/drawing/2014/main" id="{5E1C0442-E9B6-F622-2907-82A4B4ADC425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42960" y="906780"/>
            <a:ext cx="447254" cy="473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140;p16">
            <a:extLst>
              <a:ext uri="{FF2B5EF4-FFF2-40B4-BE49-F238E27FC236}">
                <a16:creationId xmlns:a16="http://schemas.microsoft.com/office/drawing/2014/main" id="{18820737-6779-E139-D02D-4274120453AE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29228" y="1650295"/>
            <a:ext cx="448000" cy="474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141;p16">
            <a:extLst>
              <a:ext uri="{FF2B5EF4-FFF2-40B4-BE49-F238E27FC236}">
                <a16:creationId xmlns:a16="http://schemas.microsoft.com/office/drawing/2014/main" id="{43CF1FBC-7704-9BA3-2CBE-ED4B7E1F0329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07178" y="1610149"/>
            <a:ext cx="438277" cy="43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156;p16">
            <a:extLst>
              <a:ext uri="{FF2B5EF4-FFF2-40B4-BE49-F238E27FC236}">
                <a16:creationId xmlns:a16="http://schemas.microsoft.com/office/drawing/2014/main" id="{B1EAFF3D-94B8-DD8E-413D-6DDD93F019FF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247121" y="1670115"/>
            <a:ext cx="450152" cy="450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157;p16">
            <a:extLst>
              <a:ext uri="{FF2B5EF4-FFF2-40B4-BE49-F238E27FC236}">
                <a16:creationId xmlns:a16="http://schemas.microsoft.com/office/drawing/2014/main" id="{69F798DA-3416-FB69-1CEE-CA70CCE9E7C8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66584" y="899161"/>
            <a:ext cx="433116" cy="43311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72;p15">
            <a:extLst>
              <a:ext uri="{FF2B5EF4-FFF2-40B4-BE49-F238E27FC236}">
                <a16:creationId xmlns:a16="http://schemas.microsoft.com/office/drawing/2014/main" id="{56197895-93D7-ECF5-1EAC-44FD6D736786}"/>
              </a:ext>
            </a:extLst>
          </p:cNvPr>
          <p:cNvSpPr txBox="1"/>
          <p:nvPr/>
        </p:nvSpPr>
        <p:spPr>
          <a:xfrm>
            <a:off x="444140" y="695666"/>
            <a:ext cx="56935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テーマ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1" name="Google Shape;72;p15">
            <a:extLst>
              <a:ext uri="{FF2B5EF4-FFF2-40B4-BE49-F238E27FC236}">
                <a16:creationId xmlns:a16="http://schemas.microsoft.com/office/drawing/2014/main" id="{A5332EA4-881A-528F-BB4D-0A5AAACC37CF}"/>
              </a:ext>
            </a:extLst>
          </p:cNvPr>
          <p:cNvSpPr txBox="1"/>
          <p:nvPr/>
        </p:nvSpPr>
        <p:spPr>
          <a:xfrm>
            <a:off x="444140" y="1372350"/>
            <a:ext cx="82583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現状の課題</a:t>
            </a:r>
          </a:p>
        </p:txBody>
      </p:sp>
      <p:sp>
        <p:nvSpPr>
          <p:cNvPr id="102" name="Google Shape;72;p15">
            <a:extLst>
              <a:ext uri="{FF2B5EF4-FFF2-40B4-BE49-F238E27FC236}">
                <a16:creationId xmlns:a16="http://schemas.microsoft.com/office/drawing/2014/main" id="{A1E7CD2F-3A01-173C-245D-6AD47C96F1BB}"/>
              </a:ext>
            </a:extLst>
          </p:cNvPr>
          <p:cNvSpPr txBox="1"/>
          <p:nvPr/>
        </p:nvSpPr>
        <p:spPr>
          <a:xfrm>
            <a:off x="444140" y="2151033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現在のデータ利用状況</a:t>
            </a:r>
          </a:p>
        </p:txBody>
      </p:sp>
      <p:sp>
        <p:nvSpPr>
          <p:cNvPr id="103" name="Google Shape;72;p15">
            <a:extLst>
              <a:ext uri="{FF2B5EF4-FFF2-40B4-BE49-F238E27FC236}">
                <a16:creationId xmlns:a16="http://schemas.microsoft.com/office/drawing/2014/main" id="{90E45A92-398E-4DFE-0418-3B771F7A02CB}"/>
              </a:ext>
            </a:extLst>
          </p:cNvPr>
          <p:cNvSpPr txBox="1"/>
          <p:nvPr/>
        </p:nvSpPr>
        <p:spPr>
          <a:xfrm>
            <a:off x="444140" y="3980982"/>
            <a:ext cx="82583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利用シーン</a:t>
            </a:r>
          </a:p>
        </p:txBody>
      </p:sp>
      <p:sp>
        <p:nvSpPr>
          <p:cNvPr id="104" name="Google Shape;72;p15">
            <a:extLst>
              <a:ext uri="{FF2B5EF4-FFF2-40B4-BE49-F238E27FC236}">
                <a16:creationId xmlns:a16="http://schemas.microsoft.com/office/drawing/2014/main" id="{528F5205-03A6-936F-2004-D7BA11C87C44}"/>
              </a:ext>
            </a:extLst>
          </p:cNvPr>
          <p:cNvSpPr txBox="1"/>
          <p:nvPr/>
        </p:nvSpPr>
        <p:spPr>
          <a:xfrm>
            <a:off x="4686639" y="690196"/>
            <a:ext cx="44111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期間</a:t>
            </a:r>
          </a:p>
        </p:txBody>
      </p:sp>
      <p:sp>
        <p:nvSpPr>
          <p:cNvPr id="105" name="Google Shape;72;p15">
            <a:extLst>
              <a:ext uri="{FF2B5EF4-FFF2-40B4-BE49-F238E27FC236}">
                <a16:creationId xmlns:a16="http://schemas.microsoft.com/office/drawing/2014/main" id="{61E3C4D4-42FB-6812-DFFE-42C64009639A}"/>
              </a:ext>
            </a:extLst>
          </p:cNvPr>
          <p:cNvSpPr txBox="1"/>
          <p:nvPr/>
        </p:nvSpPr>
        <p:spPr>
          <a:xfrm>
            <a:off x="4686639" y="1377701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ビジネスインパクト</a:t>
            </a:r>
          </a:p>
        </p:txBody>
      </p:sp>
      <p:sp>
        <p:nvSpPr>
          <p:cNvPr id="106" name="Google Shape;72;p15">
            <a:extLst>
              <a:ext uri="{FF2B5EF4-FFF2-40B4-BE49-F238E27FC236}">
                <a16:creationId xmlns:a16="http://schemas.microsoft.com/office/drawing/2014/main" id="{EB9804D7-CAB9-A4E0-DA7B-BF0BCDBE96A6}"/>
              </a:ext>
            </a:extLst>
          </p:cNvPr>
          <p:cNvSpPr txBox="1"/>
          <p:nvPr/>
        </p:nvSpPr>
        <p:spPr>
          <a:xfrm>
            <a:off x="8898122" y="684596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着手判断</a:t>
            </a:r>
          </a:p>
        </p:txBody>
      </p:sp>
      <p:sp>
        <p:nvSpPr>
          <p:cNvPr id="107" name="Google Shape;72;p15">
            <a:extLst>
              <a:ext uri="{FF2B5EF4-FFF2-40B4-BE49-F238E27FC236}">
                <a16:creationId xmlns:a16="http://schemas.microsoft.com/office/drawing/2014/main" id="{94DF19C0-8B60-14C6-6A08-F1F7F4BF7F8E}"/>
              </a:ext>
            </a:extLst>
          </p:cNvPr>
          <p:cNvSpPr txBox="1"/>
          <p:nvPr/>
        </p:nvSpPr>
        <p:spPr>
          <a:xfrm>
            <a:off x="8898122" y="1372101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データ準備（主担当）</a:t>
            </a:r>
          </a:p>
        </p:txBody>
      </p:sp>
      <p:sp>
        <p:nvSpPr>
          <p:cNvPr id="112" name="Google Shape;72;p15">
            <a:extLst>
              <a:ext uri="{FF2B5EF4-FFF2-40B4-BE49-F238E27FC236}">
                <a16:creationId xmlns:a16="http://schemas.microsoft.com/office/drawing/2014/main" id="{FD729D17-7254-A1BD-3D5B-4798D474ACF1}"/>
              </a:ext>
            </a:extLst>
          </p:cNvPr>
          <p:cNvSpPr txBox="1"/>
          <p:nvPr/>
        </p:nvSpPr>
        <p:spPr>
          <a:xfrm>
            <a:off x="3256066" y="2151033"/>
            <a:ext cx="691185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1000" b="0" dirty="0">
                <a:solidFill>
                  <a:srgbClr val="B7B7B7"/>
                </a:solidFill>
              </a:rPr>
              <a:t>BI</a:t>
            </a:r>
            <a:r>
              <a:rPr lang="ja-JP" altLang="en-US" sz="1000" b="0" dirty="0">
                <a:solidFill>
                  <a:srgbClr val="B7B7B7"/>
                </a:solidFill>
              </a:rPr>
              <a:t>ツール</a:t>
            </a:r>
          </a:p>
        </p:txBody>
      </p:sp>
      <p:sp>
        <p:nvSpPr>
          <p:cNvPr id="113" name="Google Shape;72;p15">
            <a:extLst>
              <a:ext uri="{FF2B5EF4-FFF2-40B4-BE49-F238E27FC236}">
                <a16:creationId xmlns:a16="http://schemas.microsoft.com/office/drawing/2014/main" id="{CAA64BB3-59D5-13C6-B28A-3C555D91F0DF}"/>
              </a:ext>
            </a:extLst>
          </p:cNvPr>
          <p:cNvSpPr txBox="1"/>
          <p:nvPr/>
        </p:nvSpPr>
        <p:spPr>
          <a:xfrm>
            <a:off x="3256066" y="3980982"/>
            <a:ext cx="108231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想定アクション</a:t>
            </a:r>
          </a:p>
        </p:txBody>
      </p:sp>
      <p:sp>
        <p:nvSpPr>
          <p:cNvPr id="114" name="Google Shape;72;p15">
            <a:extLst>
              <a:ext uri="{FF2B5EF4-FFF2-40B4-BE49-F238E27FC236}">
                <a16:creationId xmlns:a16="http://schemas.microsoft.com/office/drawing/2014/main" id="{017600E5-B3FF-1F3D-8066-3A08B86421A0}"/>
              </a:ext>
            </a:extLst>
          </p:cNvPr>
          <p:cNvSpPr txBox="1"/>
          <p:nvPr/>
        </p:nvSpPr>
        <p:spPr>
          <a:xfrm>
            <a:off x="6078647" y="2158230"/>
            <a:ext cx="95407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データソース</a:t>
            </a:r>
          </a:p>
        </p:txBody>
      </p:sp>
      <p:sp>
        <p:nvSpPr>
          <p:cNvPr id="115" name="Google Shape;72;p15">
            <a:extLst>
              <a:ext uri="{FF2B5EF4-FFF2-40B4-BE49-F238E27FC236}">
                <a16:creationId xmlns:a16="http://schemas.microsoft.com/office/drawing/2014/main" id="{1202EBDF-AABA-7321-1711-C0A5128C2D31}"/>
              </a:ext>
            </a:extLst>
          </p:cNvPr>
          <p:cNvSpPr txBox="1"/>
          <p:nvPr/>
        </p:nvSpPr>
        <p:spPr>
          <a:xfrm>
            <a:off x="8898122" y="2150100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保存場所</a:t>
            </a:r>
          </a:p>
        </p:txBody>
      </p:sp>
      <p:sp>
        <p:nvSpPr>
          <p:cNvPr id="116" name="Google Shape;72;p15">
            <a:extLst>
              <a:ext uri="{FF2B5EF4-FFF2-40B4-BE49-F238E27FC236}">
                <a16:creationId xmlns:a16="http://schemas.microsoft.com/office/drawing/2014/main" id="{7E463CBE-CB88-FD83-E1A3-A4478F063A43}"/>
              </a:ext>
            </a:extLst>
          </p:cNvPr>
          <p:cNvSpPr txBox="1"/>
          <p:nvPr/>
        </p:nvSpPr>
        <p:spPr>
          <a:xfrm>
            <a:off x="8898122" y="3531469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更新頻度</a:t>
            </a:r>
          </a:p>
        </p:txBody>
      </p:sp>
      <p:sp>
        <p:nvSpPr>
          <p:cNvPr id="117" name="Google Shape;72;p15">
            <a:extLst>
              <a:ext uri="{FF2B5EF4-FFF2-40B4-BE49-F238E27FC236}">
                <a16:creationId xmlns:a16="http://schemas.microsoft.com/office/drawing/2014/main" id="{3D77FF6B-11DA-76D0-76F9-43A512E9BEBA}"/>
              </a:ext>
            </a:extLst>
          </p:cNvPr>
          <p:cNvSpPr txBox="1"/>
          <p:nvPr/>
        </p:nvSpPr>
        <p:spPr>
          <a:xfrm>
            <a:off x="8898122" y="4696115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個人情報</a:t>
            </a:r>
          </a:p>
        </p:txBody>
      </p:sp>
      <p:sp>
        <p:nvSpPr>
          <p:cNvPr id="64" name="Google Shape;83;p15">
            <a:extLst>
              <a:ext uri="{FF2B5EF4-FFF2-40B4-BE49-F238E27FC236}">
                <a16:creationId xmlns:a16="http://schemas.microsoft.com/office/drawing/2014/main" id="{78710996-CFCD-BFFE-51CB-6313A1FFC4FF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444140" y="980193"/>
            <a:ext cx="3755989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19" name="Google Shape;83;p15">
            <a:extLst>
              <a:ext uri="{FF2B5EF4-FFF2-40B4-BE49-F238E27FC236}">
                <a16:creationId xmlns:a16="http://schemas.microsoft.com/office/drawing/2014/main" id="{DD1BF05E-EB0E-7EE7-2E73-22596DE791E8}"/>
              </a:ext>
            </a:extLst>
          </p:cNvPr>
          <p:cNvSpPr txBox="1">
            <a:spLocks noGrp="1"/>
          </p:cNvSpPr>
          <p:nvPr>
            <p:ph type="body" idx="26"/>
          </p:nvPr>
        </p:nvSpPr>
        <p:spPr>
          <a:xfrm>
            <a:off x="444140" y="1649222"/>
            <a:ext cx="3755989" cy="45723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0" name="Google Shape;83;p15">
            <a:extLst>
              <a:ext uri="{FF2B5EF4-FFF2-40B4-BE49-F238E27FC236}">
                <a16:creationId xmlns:a16="http://schemas.microsoft.com/office/drawing/2014/main" id="{89300DEC-22A8-66FC-84E1-5D448FEDF7CF}"/>
              </a:ext>
            </a:extLst>
          </p:cNvPr>
          <p:cNvSpPr txBox="1">
            <a:spLocks noGrp="1"/>
          </p:cNvSpPr>
          <p:nvPr>
            <p:ph type="body" idx="27"/>
          </p:nvPr>
        </p:nvSpPr>
        <p:spPr>
          <a:xfrm>
            <a:off x="4686639" y="980193"/>
            <a:ext cx="3755989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1" name="Google Shape;83;p15">
            <a:extLst>
              <a:ext uri="{FF2B5EF4-FFF2-40B4-BE49-F238E27FC236}">
                <a16:creationId xmlns:a16="http://schemas.microsoft.com/office/drawing/2014/main" id="{507F3508-6C6D-2F96-6C06-F71CEC3952BF}"/>
              </a:ext>
            </a:extLst>
          </p:cNvPr>
          <p:cNvSpPr txBox="1">
            <a:spLocks noGrp="1"/>
          </p:cNvSpPr>
          <p:nvPr>
            <p:ph type="body" idx="28"/>
          </p:nvPr>
        </p:nvSpPr>
        <p:spPr>
          <a:xfrm>
            <a:off x="4686639" y="1649222"/>
            <a:ext cx="3755989" cy="45723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2" name="Google Shape;83;p15">
            <a:extLst>
              <a:ext uri="{FF2B5EF4-FFF2-40B4-BE49-F238E27FC236}">
                <a16:creationId xmlns:a16="http://schemas.microsoft.com/office/drawing/2014/main" id="{A057F7C7-670F-2D08-2423-3EF7FFD483D9}"/>
              </a:ext>
            </a:extLst>
          </p:cNvPr>
          <p:cNvSpPr txBox="1">
            <a:spLocks noGrp="1"/>
          </p:cNvSpPr>
          <p:nvPr>
            <p:ph type="body" idx="29"/>
          </p:nvPr>
        </p:nvSpPr>
        <p:spPr>
          <a:xfrm>
            <a:off x="8898122" y="980193"/>
            <a:ext cx="2474940" cy="3777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3" name="Google Shape;83;p15">
            <a:extLst>
              <a:ext uri="{FF2B5EF4-FFF2-40B4-BE49-F238E27FC236}">
                <a16:creationId xmlns:a16="http://schemas.microsoft.com/office/drawing/2014/main" id="{2EC3EF87-D56F-8DCF-A0E4-3D07C6E75B12}"/>
              </a:ext>
            </a:extLst>
          </p:cNvPr>
          <p:cNvSpPr txBox="1">
            <a:spLocks noGrp="1"/>
          </p:cNvSpPr>
          <p:nvPr>
            <p:ph type="body" idx="30"/>
          </p:nvPr>
        </p:nvSpPr>
        <p:spPr>
          <a:xfrm>
            <a:off x="8898122" y="1649222"/>
            <a:ext cx="2474940" cy="45723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72" name="Google Shape;83;p15">
            <a:extLst>
              <a:ext uri="{FF2B5EF4-FFF2-40B4-BE49-F238E27FC236}">
                <a16:creationId xmlns:a16="http://schemas.microsoft.com/office/drawing/2014/main" id="{A162BF82-1506-6589-4172-B4A4BC8EF5E8}"/>
              </a:ext>
            </a:extLst>
          </p:cNvPr>
          <p:cNvSpPr txBox="1">
            <a:spLocks noGrp="1"/>
          </p:cNvSpPr>
          <p:nvPr>
            <p:ph type="body" idx="25"/>
          </p:nvPr>
        </p:nvSpPr>
        <p:spPr>
          <a:xfrm>
            <a:off x="444140" y="2425614"/>
            <a:ext cx="2747189" cy="151386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7" name="Google Shape;83;p15">
            <a:extLst>
              <a:ext uri="{FF2B5EF4-FFF2-40B4-BE49-F238E27FC236}">
                <a16:creationId xmlns:a16="http://schemas.microsoft.com/office/drawing/2014/main" id="{34902433-BEE9-D20B-1C08-B01F13F70D74}"/>
              </a:ext>
            </a:extLst>
          </p:cNvPr>
          <p:cNvSpPr txBox="1">
            <a:spLocks noGrp="1"/>
          </p:cNvSpPr>
          <p:nvPr>
            <p:ph type="body" idx="31"/>
          </p:nvPr>
        </p:nvSpPr>
        <p:spPr>
          <a:xfrm>
            <a:off x="444140" y="4266756"/>
            <a:ext cx="2747189" cy="213291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8" name="Google Shape;83;p15">
            <a:extLst>
              <a:ext uri="{FF2B5EF4-FFF2-40B4-BE49-F238E27FC236}">
                <a16:creationId xmlns:a16="http://schemas.microsoft.com/office/drawing/2014/main" id="{BAE61C6A-F626-2901-05E6-834C9511DB9D}"/>
              </a:ext>
            </a:extLst>
          </p:cNvPr>
          <p:cNvSpPr txBox="1">
            <a:spLocks noGrp="1"/>
          </p:cNvSpPr>
          <p:nvPr>
            <p:ph type="body" idx="32"/>
          </p:nvPr>
        </p:nvSpPr>
        <p:spPr>
          <a:xfrm>
            <a:off x="3256066" y="2425614"/>
            <a:ext cx="2754959" cy="151386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29" name="Google Shape;83;p15">
            <a:extLst>
              <a:ext uri="{FF2B5EF4-FFF2-40B4-BE49-F238E27FC236}">
                <a16:creationId xmlns:a16="http://schemas.microsoft.com/office/drawing/2014/main" id="{11A423DE-042B-BD4F-D7C9-6994E4AE792A}"/>
              </a:ext>
            </a:extLst>
          </p:cNvPr>
          <p:cNvSpPr txBox="1">
            <a:spLocks noGrp="1"/>
          </p:cNvSpPr>
          <p:nvPr>
            <p:ph type="body" idx="33"/>
          </p:nvPr>
        </p:nvSpPr>
        <p:spPr>
          <a:xfrm>
            <a:off x="3256066" y="4266756"/>
            <a:ext cx="2754959" cy="213291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0" name="Google Shape;83;p15">
            <a:extLst>
              <a:ext uri="{FF2B5EF4-FFF2-40B4-BE49-F238E27FC236}">
                <a16:creationId xmlns:a16="http://schemas.microsoft.com/office/drawing/2014/main" id="{0B25AF0E-97DC-DBC5-5760-B419DE6B6D86}"/>
              </a:ext>
            </a:extLst>
          </p:cNvPr>
          <p:cNvSpPr txBox="1">
            <a:spLocks noGrp="1"/>
          </p:cNvSpPr>
          <p:nvPr>
            <p:ph type="body" idx="34"/>
          </p:nvPr>
        </p:nvSpPr>
        <p:spPr>
          <a:xfrm>
            <a:off x="6072538" y="2425614"/>
            <a:ext cx="2790050" cy="396713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144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3" name="Google Shape;83;p15">
            <a:extLst>
              <a:ext uri="{FF2B5EF4-FFF2-40B4-BE49-F238E27FC236}">
                <a16:creationId xmlns:a16="http://schemas.microsoft.com/office/drawing/2014/main" id="{342D3F99-AAD8-1F9A-AF76-D9A04F97F46C}"/>
              </a:ext>
            </a:extLst>
          </p:cNvPr>
          <p:cNvSpPr txBox="1">
            <a:spLocks noGrp="1"/>
          </p:cNvSpPr>
          <p:nvPr>
            <p:ph type="body" idx="35"/>
          </p:nvPr>
        </p:nvSpPr>
        <p:spPr>
          <a:xfrm>
            <a:off x="8898122" y="2428171"/>
            <a:ext cx="2794090" cy="106647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4" name="Google Shape;83;p15">
            <a:extLst>
              <a:ext uri="{FF2B5EF4-FFF2-40B4-BE49-F238E27FC236}">
                <a16:creationId xmlns:a16="http://schemas.microsoft.com/office/drawing/2014/main" id="{797C6A11-CB60-D27E-79B5-25941DA9DE78}"/>
              </a:ext>
            </a:extLst>
          </p:cNvPr>
          <p:cNvSpPr txBox="1">
            <a:spLocks noGrp="1"/>
          </p:cNvSpPr>
          <p:nvPr>
            <p:ph type="body" idx="36"/>
          </p:nvPr>
        </p:nvSpPr>
        <p:spPr>
          <a:xfrm>
            <a:off x="8898122" y="3795913"/>
            <a:ext cx="2794090" cy="85990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135" name="Google Shape;83;p15">
            <a:extLst>
              <a:ext uri="{FF2B5EF4-FFF2-40B4-BE49-F238E27FC236}">
                <a16:creationId xmlns:a16="http://schemas.microsoft.com/office/drawing/2014/main" id="{7333D95E-634D-5F8A-F92F-556838ADC88D}"/>
              </a:ext>
            </a:extLst>
          </p:cNvPr>
          <p:cNvSpPr txBox="1">
            <a:spLocks noGrp="1"/>
          </p:cNvSpPr>
          <p:nvPr>
            <p:ph type="body" idx="37"/>
          </p:nvPr>
        </p:nvSpPr>
        <p:spPr>
          <a:xfrm>
            <a:off x="8898122" y="4967227"/>
            <a:ext cx="2794090" cy="1432442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72000" rIns="36000" bIns="36000" anchor="t" anchorCtr="0">
            <a:noAutofit/>
          </a:bodyPr>
          <a:lstStyle>
            <a:lvl1pPr marL="0" lvl="0" indent="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1050"/>
              <a:buFont typeface="HiraMaruProN-W4"/>
              <a:buNone/>
              <a:defRPr sz="1050">
                <a:latin typeface="+mn-ea"/>
                <a:ea typeface="+mn-ea"/>
                <a:cs typeface="HiraMaruProN-W4"/>
                <a:sym typeface="HiraMaruProN-W4"/>
              </a:defRPr>
            </a:lvl1pPr>
            <a:lvl2pPr marL="914400" lvl="1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2pPr>
            <a:lvl3pPr marL="1371600" lvl="2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3pPr>
            <a:lvl4pPr marL="1828800" lvl="3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4pPr>
            <a:lvl5pPr marL="2286000" lvl="4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5pPr>
            <a:lvl6pPr marL="2743200" lvl="5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6pPr>
            <a:lvl7pPr marL="3200400" lvl="6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●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7pPr>
            <a:lvl8pPr marL="3657600" lvl="7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○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8pPr>
            <a:lvl9pPr marL="4114800" lvl="8" indent="-2952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HiraMaruProN-W4"/>
              <a:buChar char="■"/>
              <a:defRPr sz="1050">
                <a:latin typeface="HiraMaruProN-W4"/>
                <a:ea typeface="HiraMaruProN-W4"/>
                <a:cs typeface="HiraMaruProN-W4"/>
                <a:sym typeface="HiraMaruProN-W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50"/>
              <a:t>マスター テキストの書式設定</a:t>
            </a:r>
          </a:p>
        </p:txBody>
      </p:sp>
      <p:sp>
        <p:nvSpPr>
          <p:cNvPr id="2" name="Google Shape;111;p16">
            <a:extLst>
              <a:ext uri="{FF2B5EF4-FFF2-40B4-BE49-F238E27FC236}">
                <a16:creationId xmlns:a16="http://schemas.microsoft.com/office/drawing/2014/main" id="{33B94930-C79B-57CC-CFB2-FE68D87832CA}"/>
              </a:ext>
            </a:extLst>
          </p:cNvPr>
          <p:cNvSpPr/>
          <p:nvPr userDrawn="1"/>
        </p:nvSpPr>
        <p:spPr>
          <a:xfrm>
            <a:off x="446887" y="695627"/>
            <a:ext cx="11231336" cy="5704042"/>
          </a:xfrm>
          <a:prstGeom prst="rect">
            <a:avLst/>
          </a:prstGeom>
          <a:solidFill>
            <a:schemeClr val="l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raMaruProN-W4"/>
              <a:ea typeface="HiraMaruProN-W4"/>
              <a:cs typeface="HiraMaruProN-W4"/>
              <a:sym typeface="HiraMaruProN-W4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8931FD0-7AB8-857E-9409-5502A7F8CA3E}"/>
              </a:ext>
            </a:extLst>
          </p:cNvPr>
          <p:cNvCxnSpPr>
            <a:cxnSpLocks/>
          </p:cNvCxnSpPr>
          <p:nvPr userDrawn="1"/>
        </p:nvCxnSpPr>
        <p:spPr>
          <a:xfrm>
            <a:off x="6056136" y="2158230"/>
            <a:ext cx="0" cy="4367114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F575703-EDF5-B415-12CA-C97EAD83F6E8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1391344"/>
            <a:ext cx="1128532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4FBADEA-3B91-615F-34ED-201C150010D7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2155114"/>
            <a:ext cx="11285326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B850EA-9342-1697-80C3-04E3862F0820}"/>
              </a:ext>
            </a:extLst>
          </p:cNvPr>
          <p:cNvCxnSpPr>
            <a:cxnSpLocks/>
          </p:cNvCxnSpPr>
          <p:nvPr userDrawn="1"/>
        </p:nvCxnSpPr>
        <p:spPr>
          <a:xfrm flipH="1">
            <a:off x="411947" y="3980982"/>
            <a:ext cx="5651882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12FEFA9-2497-CCBD-474E-3C96C07BAF98}"/>
              </a:ext>
            </a:extLst>
          </p:cNvPr>
          <p:cNvCxnSpPr>
            <a:cxnSpLocks/>
          </p:cNvCxnSpPr>
          <p:nvPr userDrawn="1"/>
        </p:nvCxnSpPr>
        <p:spPr>
          <a:xfrm>
            <a:off x="4662015" y="660400"/>
            <a:ext cx="0" cy="148590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F3AF094-3C03-6F84-F286-71109DB9769A}"/>
              </a:ext>
            </a:extLst>
          </p:cNvPr>
          <p:cNvCxnSpPr>
            <a:cxnSpLocks/>
          </p:cNvCxnSpPr>
          <p:nvPr userDrawn="1"/>
        </p:nvCxnSpPr>
        <p:spPr>
          <a:xfrm>
            <a:off x="8890214" y="660400"/>
            <a:ext cx="0" cy="5739269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E06DC8F-D8AF-E399-B868-170E041AD069}"/>
              </a:ext>
            </a:extLst>
          </p:cNvPr>
          <p:cNvCxnSpPr>
            <a:cxnSpLocks/>
          </p:cNvCxnSpPr>
          <p:nvPr userDrawn="1"/>
        </p:nvCxnSpPr>
        <p:spPr>
          <a:xfrm>
            <a:off x="3237016" y="2158230"/>
            <a:ext cx="0" cy="4241439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07567FD-D48C-D485-B0F5-51784D4CBD09}"/>
              </a:ext>
            </a:extLst>
          </p:cNvPr>
          <p:cNvCxnSpPr>
            <a:cxnSpLocks/>
          </p:cNvCxnSpPr>
          <p:nvPr userDrawn="1"/>
        </p:nvCxnSpPr>
        <p:spPr>
          <a:xfrm flipH="1">
            <a:off x="8890214" y="3538513"/>
            <a:ext cx="2807059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FEBC803-70BA-DF35-DD7B-A024DCD2F383}"/>
              </a:ext>
            </a:extLst>
          </p:cNvPr>
          <p:cNvCxnSpPr>
            <a:cxnSpLocks/>
          </p:cNvCxnSpPr>
          <p:nvPr userDrawn="1"/>
        </p:nvCxnSpPr>
        <p:spPr>
          <a:xfrm flipH="1">
            <a:off x="8890214" y="4696090"/>
            <a:ext cx="2807059" cy="0"/>
          </a:xfrm>
          <a:prstGeom prst="line">
            <a:avLst/>
          </a:prstGeom>
          <a:ln w="38100">
            <a:solidFill>
              <a:srgbClr val="F4F6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9DF1D73-91CB-6C30-F1F9-3D4EED1875DE}"/>
              </a:ext>
            </a:extLst>
          </p:cNvPr>
          <p:cNvSpPr/>
          <p:nvPr userDrawn="1"/>
        </p:nvSpPr>
        <p:spPr>
          <a:xfrm rot="10800000">
            <a:off x="197399" y="476673"/>
            <a:ext cx="11797200" cy="7200"/>
          </a:xfrm>
          <a:prstGeom prst="rect">
            <a:avLst/>
          </a:prstGeom>
          <a:gradFill flip="none" rotWithShape="1">
            <a:gsLst>
              <a:gs pos="0">
                <a:srgbClr val="F4F6F4">
                  <a:alpha val="0"/>
                </a:srgbClr>
              </a:gs>
              <a:gs pos="50000">
                <a:schemeClr val="bg1">
                  <a:lumMod val="85000"/>
                  <a:alpha val="54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6" name="Google Shape;130;p16">
            <a:extLst>
              <a:ext uri="{FF2B5EF4-FFF2-40B4-BE49-F238E27FC236}">
                <a16:creationId xmlns:a16="http://schemas.microsoft.com/office/drawing/2014/main" id="{35EF499B-EB43-BE2F-8CCB-310F8DE5CA8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5544" y="3510077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31;p16">
            <a:extLst>
              <a:ext uri="{FF2B5EF4-FFF2-40B4-BE49-F238E27FC236}">
                <a16:creationId xmlns:a16="http://schemas.microsoft.com/office/drawing/2014/main" id="{9210E508-64FE-0EF3-2905-FB11AD525483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145" y="5886801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32;p16">
            <a:extLst>
              <a:ext uri="{FF2B5EF4-FFF2-40B4-BE49-F238E27FC236}">
                <a16:creationId xmlns:a16="http://schemas.microsoft.com/office/drawing/2014/main" id="{02A580BD-67D5-1C26-C95D-0F06E89101E0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8301" y="3470036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6;p16">
            <a:extLst>
              <a:ext uri="{FF2B5EF4-FFF2-40B4-BE49-F238E27FC236}">
                <a16:creationId xmlns:a16="http://schemas.microsoft.com/office/drawing/2014/main" id="{D7D091AE-EE29-EF9C-B3E5-0B4BD623A8B4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6716" y="5868481"/>
            <a:ext cx="473060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37;p16">
            <a:extLst>
              <a:ext uri="{FF2B5EF4-FFF2-40B4-BE49-F238E27FC236}">
                <a16:creationId xmlns:a16="http://schemas.microsoft.com/office/drawing/2014/main" id="{FB0D7715-71C5-996F-FD8D-AEDDA5B5B2FD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7924" y="5910297"/>
            <a:ext cx="489372" cy="4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8;p16">
            <a:extLst>
              <a:ext uri="{FF2B5EF4-FFF2-40B4-BE49-F238E27FC236}">
                <a16:creationId xmlns:a16="http://schemas.microsoft.com/office/drawing/2014/main" id="{24CA0738-00FC-8DB1-2F4B-F25567575F6A}"/>
              </a:ext>
            </a:extLst>
          </p:cNvPr>
          <p:cNvPicPr preferRelativeResize="0"/>
          <p:nvPr userDrawn="1"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5139" y="910785"/>
            <a:ext cx="438277" cy="43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9;p16">
            <a:extLst>
              <a:ext uri="{FF2B5EF4-FFF2-40B4-BE49-F238E27FC236}">
                <a16:creationId xmlns:a16="http://schemas.microsoft.com/office/drawing/2014/main" id="{4612C7DE-7EBF-40F5-A985-C0F7F679EA07}"/>
              </a:ext>
            </a:extLst>
          </p:cNvPr>
          <p:cNvPicPr preferRelativeResize="0"/>
          <p:nvPr userDrawn="1"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42960" y="906780"/>
            <a:ext cx="447254" cy="473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40;p16">
            <a:extLst>
              <a:ext uri="{FF2B5EF4-FFF2-40B4-BE49-F238E27FC236}">
                <a16:creationId xmlns:a16="http://schemas.microsoft.com/office/drawing/2014/main" id="{5231E473-A510-6366-A703-0F87AC1F490F}"/>
              </a:ext>
            </a:extLst>
          </p:cNvPr>
          <p:cNvPicPr preferRelativeResize="0"/>
          <p:nvPr userDrawn="1"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29228" y="1650295"/>
            <a:ext cx="448000" cy="474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41;p16">
            <a:extLst>
              <a:ext uri="{FF2B5EF4-FFF2-40B4-BE49-F238E27FC236}">
                <a16:creationId xmlns:a16="http://schemas.microsoft.com/office/drawing/2014/main" id="{C5DE4EB8-F1E8-ED9E-02DB-6E85EBFEAF8A}"/>
              </a:ext>
            </a:extLst>
          </p:cNvPr>
          <p:cNvPicPr preferRelativeResize="0"/>
          <p:nvPr userDrawn="1"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07178" y="1610149"/>
            <a:ext cx="438277" cy="43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56;p16">
            <a:extLst>
              <a:ext uri="{FF2B5EF4-FFF2-40B4-BE49-F238E27FC236}">
                <a16:creationId xmlns:a16="http://schemas.microsoft.com/office/drawing/2014/main" id="{1A3E9736-EAB5-6965-CDCB-238D0C351706}"/>
              </a:ext>
            </a:extLst>
          </p:cNvPr>
          <p:cNvPicPr preferRelativeResize="0"/>
          <p:nvPr userDrawn="1"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247121" y="1670115"/>
            <a:ext cx="450152" cy="450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57;p16">
            <a:extLst>
              <a:ext uri="{FF2B5EF4-FFF2-40B4-BE49-F238E27FC236}">
                <a16:creationId xmlns:a16="http://schemas.microsoft.com/office/drawing/2014/main" id="{AC62E4D1-4AD8-D54A-8CA7-551CBD7C7C36}"/>
              </a:ext>
            </a:extLst>
          </p:cNvPr>
          <p:cNvPicPr preferRelativeResize="0"/>
          <p:nvPr userDrawn="1"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66584" y="899161"/>
            <a:ext cx="433116" cy="43311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72;p15">
            <a:extLst>
              <a:ext uri="{FF2B5EF4-FFF2-40B4-BE49-F238E27FC236}">
                <a16:creationId xmlns:a16="http://schemas.microsoft.com/office/drawing/2014/main" id="{954BD3F9-7B1B-6CE2-3378-68E29C5EEA0B}"/>
              </a:ext>
            </a:extLst>
          </p:cNvPr>
          <p:cNvSpPr txBox="1"/>
          <p:nvPr userDrawn="1"/>
        </p:nvSpPr>
        <p:spPr>
          <a:xfrm>
            <a:off x="444140" y="695666"/>
            <a:ext cx="56935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テーマ</a:t>
            </a:r>
            <a:endParaRPr sz="1000" b="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Google Shape;72;p15">
            <a:extLst>
              <a:ext uri="{FF2B5EF4-FFF2-40B4-BE49-F238E27FC236}">
                <a16:creationId xmlns:a16="http://schemas.microsoft.com/office/drawing/2014/main" id="{CA03373D-737C-68F4-6698-4BC88952BF77}"/>
              </a:ext>
            </a:extLst>
          </p:cNvPr>
          <p:cNvSpPr txBox="1"/>
          <p:nvPr userDrawn="1"/>
        </p:nvSpPr>
        <p:spPr>
          <a:xfrm>
            <a:off x="444140" y="1372350"/>
            <a:ext cx="82583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現状の課題</a:t>
            </a:r>
          </a:p>
        </p:txBody>
      </p:sp>
      <p:sp>
        <p:nvSpPr>
          <p:cNvPr id="29" name="Google Shape;72;p15">
            <a:extLst>
              <a:ext uri="{FF2B5EF4-FFF2-40B4-BE49-F238E27FC236}">
                <a16:creationId xmlns:a16="http://schemas.microsoft.com/office/drawing/2014/main" id="{10C39F7B-7435-FD07-57C7-A63E86E2C6E2}"/>
              </a:ext>
            </a:extLst>
          </p:cNvPr>
          <p:cNvSpPr txBox="1"/>
          <p:nvPr userDrawn="1"/>
        </p:nvSpPr>
        <p:spPr>
          <a:xfrm>
            <a:off x="444140" y="2151033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現在のデータ利用状況</a:t>
            </a:r>
          </a:p>
        </p:txBody>
      </p:sp>
      <p:sp>
        <p:nvSpPr>
          <p:cNvPr id="30" name="Google Shape;72;p15">
            <a:extLst>
              <a:ext uri="{FF2B5EF4-FFF2-40B4-BE49-F238E27FC236}">
                <a16:creationId xmlns:a16="http://schemas.microsoft.com/office/drawing/2014/main" id="{77689DCD-18B7-B52B-F572-92007B20663F}"/>
              </a:ext>
            </a:extLst>
          </p:cNvPr>
          <p:cNvSpPr txBox="1"/>
          <p:nvPr userDrawn="1"/>
        </p:nvSpPr>
        <p:spPr>
          <a:xfrm>
            <a:off x="444140" y="3980982"/>
            <a:ext cx="82583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利用シーン</a:t>
            </a:r>
          </a:p>
        </p:txBody>
      </p:sp>
      <p:sp>
        <p:nvSpPr>
          <p:cNvPr id="31" name="Google Shape;72;p15">
            <a:extLst>
              <a:ext uri="{FF2B5EF4-FFF2-40B4-BE49-F238E27FC236}">
                <a16:creationId xmlns:a16="http://schemas.microsoft.com/office/drawing/2014/main" id="{ACCB827A-BE9C-3292-DF75-CB85DB770EF4}"/>
              </a:ext>
            </a:extLst>
          </p:cNvPr>
          <p:cNvSpPr txBox="1"/>
          <p:nvPr userDrawn="1"/>
        </p:nvSpPr>
        <p:spPr>
          <a:xfrm>
            <a:off x="4686639" y="690196"/>
            <a:ext cx="441116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期間</a:t>
            </a:r>
          </a:p>
        </p:txBody>
      </p:sp>
      <p:sp>
        <p:nvSpPr>
          <p:cNvPr id="32" name="Google Shape;72;p15">
            <a:extLst>
              <a:ext uri="{FF2B5EF4-FFF2-40B4-BE49-F238E27FC236}">
                <a16:creationId xmlns:a16="http://schemas.microsoft.com/office/drawing/2014/main" id="{BE96CDD8-3257-1D71-2C5C-08AA91825081}"/>
              </a:ext>
            </a:extLst>
          </p:cNvPr>
          <p:cNvSpPr txBox="1"/>
          <p:nvPr userDrawn="1"/>
        </p:nvSpPr>
        <p:spPr>
          <a:xfrm>
            <a:off x="4686639" y="1377701"/>
            <a:ext cx="133879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ビジネスインパクト</a:t>
            </a:r>
          </a:p>
        </p:txBody>
      </p:sp>
      <p:sp>
        <p:nvSpPr>
          <p:cNvPr id="33" name="Google Shape;72;p15">
            <a:extLst>
              <a:ext uri="{FF2B5EF4-FFF2-40B4-BE49-F238E27FC236}">
                <a16:creationId xmlns:a16="http://schemas.microsoft.com/office/drawing/2014/main" id="{F8D102BD-6FA6-7AAA-C970-9EB1E91B719C}"/>
              </a:ext>
            </a:extLst>
          </p:cNvPr>
          <p:cNvSpPr txBox="1"/>
          <p:nvPr userDrawn="1"/>
        </p:nvSpPr>
        <p:spPr>
          <a:xfrm>
            <a:off x="8898122" y="684596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着手判断</a:t>
            </a:r>
          </a:p>
        </p:txBody>
      </p:sp>
      <p:sp>
        <p:nvSpPr>
          <p:cNvPr id="34" name="Google Shape;72;p15">
            <a:extLst>
              <a:ext uri="{FF2B5EF4-FFF2-40B4-BE49-F238E27FC236}">
                <a16:creationId xmlns:a16="http://schemas.microsoft.com/office/drawing/2014/main" id="{393A24C7-7000-2E62-3E2B-A0CB98BB1BB4}"/>
              </a:ext>
            </a:extLst>
          </p:cNvPr>
          <p:cNvSpPr txBox="1"/>
          <p:nvPr userDrawn="1"/>
        </p:nvSpPr>
        <p:spPr>
          <a:xfrm>
            <a:off x="8898122" y="1372101"/>
            <a:ext cx="1467038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データ準備（主担当）</a:t>
            </a:r>
          </a:p>
        </p:txBody>
      </p:sp>
      <p:sp>
        <p:nvSpPr>
          <p:cNvPr id="35" name="Google Shape;72;p15">
            <a:extLst>
              <a:ext uri="{FF2B5EF4-FFF2-40B4-BE49-F238E27FC236}">
                <a16:creationId xmlns:a16="http://schemas.microsoft.com/office/drawing/2014/main" id="{55DB9FD0-A132-2397-BFB2-1B622EF9CDBD}"/>
              </a:ext>
            </a:extLst>
          </p:cNvPr>
          <p:cNvSpPr txBox="1"/>
          <p:nvPr userDrawn="1"/>
        </p:nvSpPr>
        <p:spPr>
          <a:xfrm>
            <a:off x="3256066" y="2151033"/>
            <a:ext cx="691185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1000" b="0" dirty="0">
                <a:solidFill>
                  <a:srgbClr val="B7B7B7"/>
                </a:solidFill>
              </a:rPr>
              <a:t>BI</a:t>
            </a:r>
            <a:r>
              <a:rPr lang="ja-JP" altLang="en-US" sz="1000" b="0" dirty="0">
                <a:solidFill>
                  <a:srgbClr val="B7B7B7"/>
                </a:solidFill>
              </a:rPr>
              <a:t>ツール</a:t>
            </a:r>
          </a:p>
        </p:txBody>
      </p:sp>
      <p:sp>
        <p:nvSpPr>
          <p:cNvPr id="36" name="Google Shape;72;p15">
            <a:extLst>
              <a:ext uri="{FF2B5EF4-FFF2-40B4-BE49-F238E27FC236}">
                <a16:creationId xmlns:a16="http://schemas.microsoft.com/office/drawing/2014/main" id="{AA6F2543-458A-EA25-A936-2820EC1EC019}"/>
              </a:ext>
            </a:extLst>
          </p:cNvPr>
          <p:cNvSpPr txBox="1"/>
          <p:nvPr userDrawn="1"/>
        </p:nvSpPr>
        <p:spPr>
          <a:xfrm>
            <a:off x="3256066" y="3980982"/>
            <a:ext cx="108231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想定アクション</a:t>
            </a:r>
          </a:p>
        </p:txBody>
      </p:sp>
      <p:sp>
        <p:nvSpPr>
          <p:cNvPr id="37" name="Google Shape;72;p15">
            <a:extLst>
              <a:ext uri="{FF2B5EF4-FFF2-40B4-BE49-F238E27FC236}">
                <a16:creationId xmlns:a16="http://schemas.microsoft.com/office/drawing/2014/main" id="{CF8075BD-6194-0976-3C1D-9A89AABF6D3F}"/>
              </a:ext>
            </a:extLst>
          </p:cNvPr>
          <p:cNvSpPr txBox="1"/>
          <p:nvPr userDrawn="1"/>
        </p:nvSpPr>
        <p:spPr>
          <a:xfrm>
            <a:off x="6078647" y="2158230"/>
            <a:ext cx="95407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データソース</a:t>
            </a:r>
          </a:p>
        </p:txBody>
      </p:sp>
      <p:sp>
        <p:nvSpPr>
          <p:cNvPr id="38" name="Google Shape;72;p15">
            <a:extLst>
              <a:ext uri="{FF2B5EF4-FFF2-40B4-BE49-F238E27FC236}">
                <a16:creationId xmlns:a16="http://schemas.microsoft.com/office/drawing/2014/main" id="{607B9E35-CDAC-973D-1151-A1FB295B6A47}"/>
              </a:ext>
            </a:extLst>
          </p:cNvPr>
          <p:cNvSpPr txBox="1"/>
          <p:nvPr userDrawn="1"/>
        </p:nvSpPr>
        <p:spPr>
          <a:xfrm>
            <a:off x="8898122" y="2150100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保存場所</a:t>
            </a:r>
          </a:p>
        </p:txBody>
      </p:sp>
      <p:sp>
        <p:nvSpPr>
          <p:cNvPr id="39" name="Google Shape;72;p15">
            <a:extLst>
              <a:ext uri="{FF2B5EF4-FFF2-40B4-BE49-F238E27FC236}">
                <a16:creationId xmlns:a16="http://schemas.microsoft.com/office/drawing/2014/main" id="{6C9BFF5A-A320-C90A-955F-362D2B27C5FA}"/>
              </a:ext>
            </a:extLst>
          </p:cNvPr>
          <p:cNvSpPr txBox="1"/>
          <p:nvPr userDrawn="1"/>
        </p:nvSpPr>
        <p:spPr>
          <a:xfrm>
            <a:off x="8898122" y="3531469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更新頻度</a:t>
            </a:r>
          </a:p>
        </p:txBody>
      </p:sp>
      <p:sp>
        <p:nvSpPr>
          <p:cNvPr id="40" name="Google Shape;72;p15">
            <a:extLst>
              <a:ext uri="{FF2B5EF4-FFF2-40B4-BE49-F238E27FC236}">
                <a16:creationId xmlns:a16="http://schemas.microsoft.com/office/drawing/2014/main" id="{98971D95-3B76-6838-9214-AB963BFE3E83}"/>
              </a:ext>
            </a:extLst>
          </p:cNvPr>
          <p:cNvSpPr txBox="1"/>
          <p:nvPr userDrawn="1"/>
        </p:nvSpPr>
        <p:spPr>
          <a:xfrm>
            <a:off x="8898122" y="4696115"/>
            <a:ext cx="697597" cy="26294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72000" rIns="91425" bIns="36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dirty="0">
                <a:solidFill>
                  <a:srgbClr val="B7B7B7"/>
                </a:solidFill>
              </a:rPr>
              <a:t>個人情報</a:t>
            </a:r>
          </a:p>
        </p:txBody>
      </p:sp>
    </p:spTree>
    <p:extLst>
      <p:ext uri="{BB962C8B-B14F-4D97-AF65-F5344CB8AC3E}">
        <p14:creationId xmlns:p14="http://schemas.microsoft.com/office/powerpoint/2010/main" val="413706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図形&#10;&#10;中程度の精度で自動的に生成された説明">
            <a:extLst>
              <a:ext uri="{FF2B5EF4-FFF2-40B4-BE49-F238E27FC236}">
                <a16:creationId xmlns:a16="http://schemas.microsoft.com/office/drawing/2014/main" id="{94D2CD4C-4822-CAFF-20E9-5A51948FDE18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15246" r="6717" b="14470"/>
          <a:stretch/>
        </p:blipFill>
        <p:spPr>
          <a:xfrm>
            <a:off x="93091" y="6581341"/>
            <a:ext cx="1022351" cy="2159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32AE64D-40AD-4023-9760-66EFAA281632}"/>
              </a:ext>
            </a:extLst>
          </p:cNvPr>
          <p:cNvSpPr txBox="1"/>
          <p:nvPr userDrawn="1"/>
        </p:nvSpPr>
        <p:spPr>
          <a:xfrm>
            <a:off x="11852518" y="6608500"/>
            <a:ext cx="220146" cy="16158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 defTabSz="1125472"/>
            <a:fld id="{2C7C2846-A269-4DEB-905C-F06515026606}" type="slidenum">
              <a:rPr kumimoji="1" lang="ja-JP" altLang="en-US" sz="1108" b="0" kern="0" smtClean="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  <a:sym typeface="Arial"/>
              </a:rPr>
              <a:pPr algn="r" defTabSz="1125472"/>
              <a:t>‹#›</a:t>
            </a:fld>
            <a:endParaRPr kumimoji="1" lang="ja-JP" altLang="en-US" sz="1292" b="0" kern="0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D4B9AC-0E8C-4A2F-A0F3-CCB44F6F6F50}"/>
              </a:ext>
            </a:extLst>
          </p:cNvPr>
          <p:cNvSpPr txBox="1"/>
          <p:nvPr userDrawn="1"/>
        </p:nvSpPr>
        <p:spPr>
          <a:xfrm>
            <a:off x="1161356" y="6573875"/>
            <a:ext cx="1233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b="0" i="0" kern="100" spc="40" baseline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源ノ角ゴシック JP" panose="020B0500000000000000" pitchFamily="34" charset="-128"/>
                <a:cs typeface="Arial" panose="020B0604020202020204" pitchFamily="34" charset="0"/>
              </a:rPr>
              <a:t>© 2025 Exture Inc.</a:t>
            </a:r>
            <a:endParaRPr kumimoji="1" lang="ja-JP" altLang="en-US" sz="900" kern="100" spc="40" baseline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B76C41B-5370-9296-D423-D1F3C3F1FE4F}"/>
              </a:ext>
            </a:extLst>
          </p:cNvPr>
          <p:cNvSpPr txBox="1"/>
          <p:nvPr userDrawn="1"/>
        </p:nvSpPr>
        <p:spPr>
          <a:xfrm>
            <a:off x="14101610" y="16895"/>
            <a:ext cx="823427" cy="137854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600" b="0" spc="0" baseline="0" dirty="0" err="1">
                <a:solidFill>
                  <a:schemeClr val="bg1">
                    <a:lumMod val="65000"/>
                  </a:schemeClr>
                </a:solidFill>
              </a:rPr>
              <a:t>Exture</a:t>
            </a:r>
            <a:r>
              <a:rPr kumimoji="1" lang="en-US" altLang="ja-JP" sz="600" b="0" spc="0" baseline="0" dirty="0">
                <a:solidFill>
                  <a:schemeClr val="bg1">
                    <a:lumMod val="65000"/>
                  </a:schemeClr>
                </a:solidFill>
              </a:rPr>
              <a:t> Standard color</a:t>
            </a:r>
            <a:endParaRPr kumimoji="1" lang="ja-JP" altLang="en-US" sz="600" b="0" spc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26F472-6ECD-B24C-058F-29053ABC48A5}"/>
              </a:ext>
            </a:extLst>
          </p:cNvPr>
          <p:cNvSpPr txBox="1"/>
          <p:nvPr userDrawn="1"/>
        </p:nvSpPr>
        <p:spPr>
          <a:xfrm>
            <a:off x="-2400944" y="243409"/>
            <a:ext cx="578167" cy="171645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2025/07/14</a:t>
            </a:r>
            <a:endParaRPr kumimoji="1" lang="ja-JP" altLang="en-US" sz="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BF7AA6-F79A-4EE1-0B1B-445770F7BEFF}"/>
              </a:ext>
            </a:extLst>
          </p:cNvPr>
          <p:cNvSpPr txBox="1"/>
          <p:nvPr userDrawn="1"/>
        </p:nvSpPr>
        <p:spPr>
          <a:xfrm>
            <a:off x="-2400944" y="0"/>
            <a:ext cx="472368" cy="171645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2025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年用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A4957CC-1108-3A15-1F18-80200967643D}"/>
              </a:ext>
            </a:extLst>
          </p:cNvPr>
          <p:cNvSpPr/>
          <p:nvPr userDrawn="1"/>
        </p:nvSpPr>
        <p:spPr>
          <a:xfrm>
            <a:off x="13662670" y="233263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6FBA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D81EE72-4642-7B03-0D58-AE1A86DF426C}"/>
              </a:ext>
            </a:extLst>
          </p:cNvPr>
          <p:cNvSpPr/>
          <p:nvPr userDrawn="1"/>
        </p:nvSpPr>
        <p:spPr>
          <a:xfrm>
            <a:off x="13662670" y="466526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5E9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F0C4E87-D343-D643-FC8F-CF5601184E66}"/>
              </a:ext>
            </a:extLst>
          </p:cNvPr>
          <p:cNvSpPr/>
          <p:nvPr userDrawn="1"/>
        </p:nvSpPr>
        <p:spPr>
          <a:xfrm>
            <a:off x="13662670" y="699789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1EA4244-31F7-6DA5-25C0-9A2066CADC09}"/>
              </a:ext>
            </a:extLst>
          </p:cNvPr>
          <p:cNvSpPr/>
          <p:nvPr userDrawn="1"/>
        </p:nvSpPr>
        <p:spPr>
          <a:xfrm>
            <a:off x="13662670" y="935756"/>
            <a:ext cx="360040" cy="171645"/>
          </a:xfrm>
          <a:prstGeom prst="roundRect">
            <a:avLst>
              <a:gd name="adj" fmla="val 3331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F95F857-E518-9E1E-B196-CB615D6F637C}"/>
              </a:ext>
            </a:extLst>
          </p:cNvPr>
          <p:cNvSpPr/>
          <p:nvPr userDrawn="1"/>
        </p:nvSpPr>
        <p:spPr>
          <a:xfrm>
            <a:off x="13662670" y="1171723"/>
            <a:ext cx="360040" cy="171645"/>
          </a:xfrm>
          <a:prstGeom prst="roundRect">
            <a:avLst>
              <a:gd name="adj" fmla="val 333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F81767D-5210-E70D-BBF1-81E1F6BA8465}"/>
              </a:ext>
            </a:extLst>
          </p:cNvPr>
          <p:cNvSpPr/>
          <p:nvPr userDrawn="1"/>
        </p:nvSpPr>
        <p:spPr>
          <a:xfrm>
            <a:off x="13662670" y="1401278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397946AC-5D8E-51D3-AC2F-9367CD8D849D}"/>
              </a:ext>
            </a:extLst>
          </p:cNvPr>
          <p:cNvSpPr/>
          <p:nvPr userDrawn="1"/>
        </p:nvSpPr>
        <p:spPr>
          <a:xfrm>
            <a:off x="13662670" y="1632346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F4F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442AA6D-D100-2EF1-3601-A36707BBA7E8}"/>
              </a:ext>
            </a:extLst>
          </p:cNvPr>
          <p:cNvSpPr txBox="1"/>
          <p:nvPr userDrawn="1"/>
        </p:nvSpPr>
        <p:spPr>
          <a:xfrm>
            <a:off x="14086242" y="23656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源ノ角ゴシック JP"/>
                <a:ea typeface="源ノ角ゴシック JP"/>
                <a:cs typeface="+mn-cs"/>
              </a:rPr>
              <a:t>エクスチュア・グリーン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02F1FF4-4E9C-C511-38DC-74A25A21C231}"/>
              </a:ext>
            </a:extLst>
          </p:cNvPr>
          <p:cNvSpPr txBox="1"/>
          <p:nvPr userDrawn="1"/>
        </p:nvSpPr>
        <p:spPr>
          <a:xfrm>
            <a:off x="14086242" y="46974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アクセントカラー（緑）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8D13B82-968B-8691-E57A-73AA0C1486E9}"/>
              </a:ext>
            </a:extLst>
          </p:cNvPr>
          <p:cNvSpPr txBox="1"/>
          <p:nvPr userDrawn="1"/>
        </p:nvSpPr>
        <p:spPr>
          <a:xfrm>
            <a:off x="14086242" y="702927"/>
            <a:ext cx="1072977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アクセントカラー（濃い赤）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71E7F24-AAB9-7A34-EA53-6505E730999C}"/>
              </a:ext>
            </a:extLst>
          </p:cNvPr>
          <p:cNvSpPr txBox="1"/>
          <p:nvPr userDrawn="1"/>
        </p:nvSpPr>
        <p:spPr>
          <a:xfrm>
            <a:off x="14086242" y="93610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フォント（濃いグレー）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F303B18-1B8B-B79B-A2EA-9C44F30E5B98}"/>
              </a:ext>
            </a:extLst>
          </p:cNvPr>
          <p:cNvSpPr txBox="1"/>
          <p:nvPr userDrawn="1"/>
        </p:nvSpPr>
        <p:spPr>
          <a:xfrm>
            <a:off x="14086242" y="1169288"/>
            <a:ext cx="765200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強調テキスト（黒）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9B6B676-1164-6A1F-696B-CCB6812F2963}"/>
              </a:ext>
            </a:extLst>
          </p:cNvPr>
          <p:cNvSpPr txBox="1"/>
          <p:nvPr userDrawn="1"/>
        </p:nvSpPr>
        <p:spPr>
          <a:xfrm>
            <a:off x="14086242" y="1402469"/>
            <a:ext cx="765200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枠線（薄いグレー）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CA20364-0717-6D7E-91AA-9FD7AB2F849D}"/>
              </a:ext>
            </a:extLst>
          </p:cNvPr>
          <p:cNvSpPr txBox="1"/>
          <p:nvPr userDrawn="1"/>
        </p:nvSpPr>
        <p:spPr>
          <a:xfrm>
            <a:off x="14086242" y="1635650"/>
            <a:ext cx="1072977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スライド背景（ごく薄い緑）</a:t>
            </a:r>
          </a:p>
        </p:txBody>
      </p:sp>
    </p:spTree>
    <p:extLst>
      <p:ext uri="{BB962C8B-B14F-4D97-AF65-F5344CB8AC3E}">
        <p14:creationId xmlns:p14="http://schemas.microsoft.com/office/powerpoint/2010/main" val="310432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14" r:id="rId2"/>
    <p:sldLayoutId id="2147483721" r:id="rId3"/>
    <p:sldLayoutId id="2147483705" r:id="rId4"/>
    <p:sldLayoutId id="2147483706" r:id="rId5"/>
    <p:sldLayoutId id="2147483722" r:id="rId6"/>
    <p:sldLayoutId id="2147483723" r:id="rId7"/>
    <p:sldLayoutId id="2147483724" r:id="rId8"/>
    <p:sldLayoutId id="2147483708" r:id="rId9"/>
    <p:sldLayoutId id="2147483711" r:id="rId10"/>
    <p:sldLayoutId id="2147483710" r:id="rId11"/>
    <p:sldLayoutId id="2147483715" r:id="rId12"/>
    <p:sldLayoutId id="2147483725" r:id="rId13"/>
    <p:sldLayoutId id="2147483726" r:id="rId14"/>
    <p:sldLayoutId id="2147483719" r:id="rId15"/>
    <p:sldLayoutId id="2147483718" r:id="rId1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図形&#10;&#10;中程度の精度で自動的に生成された説明">
            <a:extLst>
              <a:ext uri="{FF2B5EF4-FFF2-40B4-BE49-F238E27FC236}">
                <a16:creationId xmlns:a16="http://schemas.microsoft.com/office/drawing/2014/main" id="{94D2CD4C-4822-CAFF-20E9-5A51948FDE1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15246" r="6717" b="14470"/>
          <a:stretch/>
        </p:blipFill>
        <p:spPr>
          <a:xfrm>
            <a:off x="93091" y="6581341"/>
            <a:ext cx="1022351" cy="2159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32AE64D-40AD-4023-9760-66EFAA281632}"/>
              </a:ext>
            </a:extLst>
          </p:cNvPr>
          <p:cNvSpPr txBox="1"/>
          <p:nvPr/>
        </p:nvSpPr>
        <p:spPr>
          <a:xfrm>
            <a:off x="11852518" y="6608500"/>
            <a:ext cx="220146" cy="16158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 defTabSz="1125472"/>
            <a:fld id="{2C7C2846-A269-4DEB-905C-F06515026606}" type="slidenum">
              <a:rPr kumimoji="1" lang="ja-JP" altLang="en-US" sz="1108" b="0" kern="0" smtClean="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  <a:sym typeface="Arial"/>
              </a:rPr>
              <a:pPr algn="r" defTabSz="1125472"/>
              <a:t>‹#›</a:t>
            </a:fld>
            <a:endParaRPr kumimoji="1" lang="ja-JP" altLang="en-US" sz="1292" b="0" kern="0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D4B9AC-0E8C-4A2F-A0F3-CCB44F6F6F50}"/>
              </a:ext>
            </a:extLst>
          </p:cNvPr>
          <p:cNvSpPr txBox="1"/>
          <p:nvPr/>
        </p:nvSpPr>
        <p:spPr>
          <a:xfrm>
            <a:off x="1161356" y="6573875"/>
            <a:ext cx="1233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b="0" i="0" kern="100" spc="40" baseline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源ノ角ゴシック JP" panose="020B0500000000000000" pitchFamily="34" charset="-128"/>
                <a:cs typeface="Arial" panose="020B0604020202020204" pitchFamily="34" charset="0"/>
              </a:rPr>
              <a:t>© 2026 Exture Inc.</a:t>
            </a:r>
            <a:endParaRPr kumimoji="1" lang="ja-JP" altLang="en-US" sz="900" kern="100" spc="40" baseline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B76C41B-5370-9296-D423-D1F3C3F1FE4F}"/>
              </a:ext>
            </a:extLst>
          </p:cNvPr>
          <p:cNvSpPr txBox="1"/>
          <p:nvPr/>
        </p:nvSpPr>
        <p:spPr>
          <a:xfrm>
            <a:off x="14101610" y="16895"/>
            <a:ext cx="823427" cy="137854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600" b="0" spc="0" baseline="0" dirty="0" err="1">
                <a:solidFill>
                  <a:schemeClr val="bg1">
                    <a:lumMod val="65000"/>
                  </a:schemeClr>
                </a:solidFill>
              </a:rPr>
              <a:t>Exture</a:t>
            </a:r>
            <a:r>
              <a:rPr kumimoji="1" lang="en-US" altLang="ja-JP" sz="600" b="0" spc="0" baseline="0" dirty="0">
                <a:solidFill>
                  <a:schemeClr val="bg1">
                    <a:lumMod val="65000"/>
                  </a:schemeClr>
                </a:solidFill>
              </a:rPr>
              <a:t> Standard color</a:t>
            </a:r>
            <a:endParaRPr kumimoji="1" lang="ja-JP" altLang="en-US" sz="600" b="0" spc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26F472-6ECD-B24C-058F-29053ABC48A5}"/>
              </a:ext>
            </a:extLst>
          </p:cNvPr>
          <p:cNvSpPr txBox="1"/>
          <p:nvPr/>
        </p:nvSpPr>
        <p:spPr>
          <a:xfrm>
            <a:off x="-2400944" y="243409"/>
            <a:ext cx="578167" cy="171645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2025/07/14</a:t>
            </a:r>
            <a:endParaRPr kumimoji="1" lang="ja-JP" altLang="en-US" sz="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BF7AA6-F79A-4EE1-0B1B-445770F7BEFF}"/>
              </a:ext>
            </a:extLst>
          </p:cNvPr>
          <p:cNvSpPr txBox="1"/>
          <p:nvPr/>
        </p:nvSpPr>
        <p:spPr>
          <a:xfrm>
            <a:off x="-2400944" y="0"/>
            <a:ext cx="472368" cy="171645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2025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年用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A4957CC-1108-3A15-1F18-80200967643D}"/>
              </a:ext>
            </a:extLst>
          </p:cNvPr>
          <p:cNvSpPr/>
          <p:nvPr/>
        </p:nvSpPr>
        <p:spPr>
          <a:xfrm>
            <a:off x="13662670" y="233263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6FBA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D81EE72-4642-7B03-0D58-AE1A86DF426C}"/>
              </a:ext>
            </a:extLst>
          </p:cNvPr>
          <p:cNvSpPr/>
          <p:nvPr/>
        </p:nvSpPr>
        <p:spPr>
          <a:xfrm>
            <a:off x="13662670" y="466526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5E9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F0C4E87-D343-D643-FC8F-CF5601184E66}"/>
              </a:ext>
            </a:extLst>
          </p:cNvPr>
          <p:cNvSpPr/>
          <p:nvPr/>
        </p:nvSpPr>
        <p:spPr>
          <a:xfrm>
            <a:off x="13662670" y="699789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1EA4244-31F7-6DA5-25C0-9A2066CADC09}"/>
              </a:ext>
            </a:extLst>
          </p:cNvPr>
          <p:cNvSpPr/>
          <p:nvPr/>
        </p:nvSpPr>
        <p:spPr>
          <a:xfrm>
            <a:off x="13662670" y="935756"/>
            <a:ext cx="360040" cy="171645"/>
          </a:xfrm>
          <a:prstGeom prst="roundRect">
            <a:avLst>
              <a:gd name="adj" fmla="val 3331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F95F857-E518-9E1E-B196-CB615D6F637C}"/>
              </a:ext>
            </a:extLst>
          </p:cNvPr>
          <p:cNvSpPr/>
          <p:nvPr/>
        </p:nvSpPr>
        <p:spPr>
          <a:xfrm>
            <a:off x="13662670" y="1171723"/>
            <a:ext cx="360040" cy="171645"/>
          </a:xfrm>
          <a:prstGeom prst="roundRect">
            <a:avLst>
              <a:gd name="adj" fmla="val 333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F81767D-5210-E70D-BBF1-81E1F6BA8465}"/>
              </a:ext>
            </a:extLst>
          </p:cNvPr>
          <p:cNvSpPr/>
          <p:nvPr/>
        </p:nvSpPr>
        <p:spPr>
          <a:xfrm>
            <a:off x="13662670" y="1401278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397946AC-5D8E-51D3-AC2F-9367CD8D849D}"/>
              </a:ext>
            </a:extLst>
          </p:cNvPr>
          <p:cNvSpPr/>
          <p:nvPr/>
        </p:nvSpPr>
        <p:spPr>
          <a:xfrm>
            <a:off x="13662670" y="1632346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F4F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442AA6D-D100-2EF1-3601-A36707BBA7E8}"/>
              </a:ext>
            </a:extLst>
          </p:cNvPr>
          <p:cNvSpPr txBox="1"/>
          <p:nvPr/>
        </p:nvSpPr>
        <p:spPr>
          <a:xfrm>
            <a:off x="14086242" y="23656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源ノ角ゴシック JP"/>
                <a:ea typeface="源ノ角ゴシック JP"/>
                <a:cs typeface="+mn-cs"/>
              </a:rPr>
              <a:t>エクスチュア・グリーン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02F1FF4-4E9C-C511-38DC-74A25A21C231}"/>
              </a:ext>
            </a:extLst>
          </p:cNvPr>
          <p:cNvSpPr txBox="1"/>
          <p:nvPr/>
        </p:nvSpPr>
        <p:spPr>
          <a:xfrm>
            <a:off x="14086242" y="46974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アクセントカラー（緑）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8D13B82-968B-8691-E57A-73AA0C1486E9}"/>
              </a:ext>
            </a:extLst>
          </p:cNvPr>
          <p:cNvSpPr txBox="1"/>
          <p:nvPr/>
        </p:nvSpPr>
        <p:spPr>
          <a:xfrm>
            <a:off x="14086242" y="702927"/>
            <a:ext cx="1072977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アクセントカラー（濃い赤）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71E7F24-AAB9-7A34-EA53-6505E730999C}"/>
              </a:ext>
            </a:extLst>
          </p:cNvPr>
          <p:cNvSpPr txBox="1"/>
          <p:nvPr/>
        </p:nvSpPr>
        <p:spPr>
          <a:xfrm>
            <a:off x="14086242" y="93610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フォント（濃いグレー）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F303B18-1B8B-B79B-A2EA-9C44F30E5B98}"/>
              </a:ext>
            </a:extLst>
          </p:cNvPr>
          <p:cNvSpPr txBox="1"/>
          <p:nvPr/>
        </p:nvSpPr>
        <p:spPr>
          <a:xfrm>
            <a:off x="14086242" y="1169288"/>
            <a:ext cx="765200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強調テキスト（黒）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9B6B676-1164-6A1F-696B-CCB6812F2963}"/>
              </a:ext>
            </a:extLst>
          </p:cNvPr>
          <p:cNvSpPr txBox="1"/>
          <p:nvPr/>
        </p:nvSpPr>
        <p:spPr>
          <a:xfrm>
            <a:off x="14086242" y="1402469"/>
            <a:ext cx="765200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枠線（薄いグレー）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CA20364-0717-6D7E-91AA-9FD7AB2F849D}"/>
              </a:ext>
            </a:extLst>
          </p:cNvPr>
          <p:cNvSpPr txBox="1"/>
          <p:nvPr/>
        </p:nvSpPr>
        <p:spPr>
          <a:xfrm>
            <a:off x="14086242" y="1635650"/>
            <a:ext cx="1072977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スライド背景（ごく薄い緑）</a:t>
            </a:r>
          </a:p>
        </p:txBody>
      </p:sp>
      <p:pic>
        <p:nvPicPr>
          <p:cNvPr id="3" name="図 2" descr="図形&#10;&#10;中程度の精度で自動的に生成された説明">
            <a:extLst>
              <a:ext uri="{FF2B5EF4-FFF2-40B4-BE49-F238E27FC236}">
                <a16:creationId xmlns:a16="http://schemas.microsoft.com/office/drawing/2014/main" id="{7108DAEE-9981-F723-2ED7-06D006B88D47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15246" r="6717" b="14470"/>
          <a:stretch/>
        </p:blipFill>
        <p:spPr>
          <a:xfrm>
            <a:off x="93091" y="6581341"/>
            <a:ext cx="1022351" cy="2159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694E238-05DA-7F6A-8AE0-FBD3385374BB}"/>
              </a:ext>
            </a:extLst>
          </p:cNvPr>
          <p:cNvSpPr txBox="1"/>
          <p:nvPr userDrawn="1"/>
        </p:nvSpPr>
        <p:spPr>
          <a:xfrm>
            <a:off x="11852518" y="6608500"/>
            <a:ext cx="220146" cy="16158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 defTabSz="1125472"/>
            <a:fld id="{2C7C2846-A269-4DEB-905C-F06515026606}" type="slidenum">
              <a:rPr kumimoji="1" lang="ja-JP" altLang="en-US" sz="1108" b="0" kern="0" smtClean="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  <a:sym typeface="Arial"/>
              </a:rPr>
              <a:pPr algn="r" defTabSz="1125472"/>
              <a:t>‹#›</a:t>
            </a:fld>
            <a:endParaRPr kumimoji="1" lang="ja-JP" altLang="en-US" sz="1292" b="0" kern="0" dirty="0">
              <a:solidFill>
                <a:schemeClr val="tx1">
                  <a:lumMod val="50000"/>
                  <a:lumOff val="50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CBBEFCD-C5BF-77C8-DAAE-EB173F3B1CB7}"/>
              </a:ext>
            </a:extLst>
          </p:cNvPr>
          <p:cNvSpPr txBox="1"/>
          <p:nvPr userDrawn="1"/>
        </p:nvSpPr>
        <p:spPr>
          <a:xfrm>
            <a:off x="1161356" y="6573875"/>
            <a:ext cx="1233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b="0" i="0" kern="100" spc="40" baseline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源ノ角ゴシック JP" panose="020B0500000000000000" pitchFamily="34" charset="-128"/>
                <a:cs typeface="Arial" panose="020B0604020202020204" pitchFamily="34" charset="0"/>
              </a:rPr>
              <a:t>© 2025 Exture Inc.</a:t>
            </a:r>
            <a:endParaRPr kumimoji="1" lang="ja-JP" altLang="en-US" sz="900" kern="100" spc="40" baseline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97358AD-E015-6931-3F30-2F02483BC0BD}"/>
              </a:ext>
            </a:extLst>
          </p:cNvPr>
          <p:cNvSpPr txBox="1"/>
          <p:nvPr userDrawn="1"/>
        </p:nvSpPr>
        <p:spPr>
          <a:xfrm>
            <a:off x="14101610" y="16895"/>
            <a:ext cx="823427" cy="137854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600" b="0" spc="0" baseline="0" dirty="0" err="1">
                <a:solidFill>
                  <a:schemeClr val="bg1">
                    <a:lumMod val="65000"/>
                  </a:schemeClr>
                </a:solidFill>
              </a:rPr>
              <a:t>Exture</a:t>
            </a:r>
            <a:r>
              <a:rPr kumimoji="1" lang="en-US" altLang="ja-JP" sz="600" b="0" spc="0" baseline="0" dirty="0">
                <a:solidFill>
                  <a:schemeClr val="bg1">
                    <a:lumMod val="65000"/>
                  </a:schemeClr>
                </a:solidFill>
              </a:rPr>
              <a:t> Standard color</a:t>
            </a:r>
            <a:endParaRPr kumimoji="1" lang="ja-JP" altLang="en-US" sz="600" b="0" spc="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73F6BC5-AD3C-6179-5C9E-9B8751D303C6}"/>
              </a:ext>
            </a:extLst>
          </p:cNvPr>
          <p:cNvSpPr txBox="1"/>
          <p:nvPr userDrawn="1"/>
        </p:nvSpPr>
        <p:spPr>
          <a:xfrm>
            <a:off x="-2400944" y="243409"/>
            <a:ext cx="578167" cy="171645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2025/07/14</a:t>
            </a:r>
            <a:endParaRPr kumimoji="1" lang="ja-JP" altLang="en-US" sz="8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7224204-6C19-9E0B-95CD-504F484CEC8F}"/>
              </a:ext>
            </a:extLst>
          </p:cNvPr>
          <p:cNvSpPr txBox="1"/>
          <p:nvPr userDrawn="1"/>
        </p:nvSpPr>
        <p:spPr>
          <a:xfrm>
            <a:off x="-2400944" y="0"/>
            <a:ext cx="472368" cy="171645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2025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年用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D6DCC96A-6BEA-E98C-4EBA-A7558737A0BC}"/>
              </a:ext>
            </a:extLst>
          </p:cNvPr>
          <p:cNvSpPr/>
          <p:nvPr userDrawn="1"/>
        </p:nvSpPr>
        <p:spPr>
          <a:xfrm>
            <a:off x="13662670" y="233263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6FBA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3F41D969-4A03-A138-697A-50CCEAF0B5D7}"/>
              </a:ext>
            </a:extLst>
          </p:cNvPr>
          <p:cNvSpPr/>
          <p:nvPr userDrawn="1"/>
        </p:nvSpPr>
        <p:spPr>
          <a:xfrm>
            <a:off x="13662670" y="466526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5E9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A924C303-C0E7-1708-6BF2-5636013809DF}"/>
              </a:ext>
            </a:extLst>
          </p:cNvPr>
          <p:cNvSpPr/>
          <p:nvPr userDrawn="1"/>
        </p:nvSpPr>
        <p:spPr>
          <a:xfrm>
            <a:off x="13662670" y="699789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9B125075-22C8-8582-5903-708C6A7EED2E}"/>
              </a:ext>
            </a:extLst>
          </p:cNvPr>
          <p:cNvSpPr/>
          <p:nvPr userDrawn="1"/>
        </p:nvSpPr>
        <p:spPr>
          <a:xfrm>
            <a:off x="13662670" y="935756"/>
            <a:ext cx="360040" cy="171645"/>
          </a:xfrm>
          <a:prstGeom prst="roundRect">
            <a:avLst>
              <a:gd name="adj" fmla="val 3331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D5B23779-2F76-26CE-C7CB-89677FC97CEB}"/>
              </a:ext>
            </a:extLst>
          </p:cNvPr>
          <p:cNvSpPr/>
          <p:nvPr userDrawn="1"/>
        </p:nvSpPr>
        <p:spPr>
          <a:xfrm>
            <a:off x="13662670" y="1171723"/>
            <a:ext cx="360040" cy="171645"/>
          </a:xfrm>
          <a:prstGeom prst="roundRect">
            <a:avLst>
              <a:gd name="adj" fmla="val 333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7E12C7CD-6B9C-8DB2-1C10-D085392F06B5}"/>
              </a:ext>
            </a:extLst>
          </p:cNvPr>
          <p:cNvSpPr/>
          <p:nvPr userDrawn="1"/>
        </p:nvSpPr>
        <p:spPr>
          <a:xfrm>
            <a:off x="13662670" y="1401278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DCE70EA0-853A-9727-72D4-DE3B5487020B}"/>
              </a:ext>
            </a:extLst>
          </p:cNvPr>
          <p:cNvSpPr/>
          <p:nvPr userDrawn="1"/>
        </p:nvSpPr>
        <p:spPr>
          <a:xfrm>
            <a:off x="13662670" y="1632346"/>
            <a:ext cx="360040" cy="171645"/>
          </a:xfrm>
          <a:prstGeom prst="roundRect">
            <a:avLst>
              <a:gd name="adj" fmla="val 33315"/>
            </a:avLst>
          </a:prstGeom>
          <a:solidFill>
            <a:srgbClr val="F4F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E9EBA04-487A-FBF4-59DB-65413A1CD3D7}"/>
              </a:ext>
            </a:extLst>
          </p:cNvPr>
          <p:cNvSpPr txBox="1"/>
          <p:nvPr userDrawn="1"/>
        </p:nvSpPr>
        <p:spPr>
          <a:xfrm>
            <a:off x="14086242" y="23656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源ノ角ゴシック JP"/>
                <a:ea typeface="源ノ角ゴシック JP"/>
                <a:cs typeface="+mn-cs"/>
              </a:rPr>
              <a:t>エクスチュア・グリーン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AAA4F4B-89FC-D26B-4CD4-A94B74B85C07}"/>
              </a:ext>
            </a:extLst>
          </p:cNvPr>
          <p:cNvSpPr txBox="1"/>
          <p:nvPr userDrawn="1"/>
        </p:nvSpPr>
        <p:spPr>
          <a:xfrm>
            <a:off x="14086242" y="46974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アクセントカラー（緑）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D067B7E-74A7-9B41-0A57-195C1C466D1A}"/>
              </a:ext>
            </a:extLst>
          </p:cNvPr>
          <p:cNvSpPr txBox="1"/>
          <p:nvPr userDrawn="1"/>
        </p:nvSpPr>
        <p:spPr>
          <a:xfrm>
            <a:off x="14086242" y="702927"/>
            <a:ext cx="1072977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アクセントカラー（濃い赤）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A9DFE00-F9C2-DC18-FCE4-7A44116FB8F1}"/>
              </a:ext>
            </a:extLst>
          </p:cNvPr>
          <p:cNvSpPr txBox="1"/>
          <p:nvPr userDrawn="1"/>
        </p:nvSpPr>
        <p:spPr>
          <a:xfrm>
            <a:off x="14086242" y="936107"/>
            <a:ext cx="919089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フォント（濃いグレー）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937DE1F-54C3-01D0-BCC0-0C69BBAF541B}"/>
              </a:ext>
            </a:extLst>
          </p:cNvPr>
          <p:cNvSpPr txBox="1"/>
          <p:nvPr userDrawn="1"/>
        </p:nvSpPr>
        <p:spPr>
          <a:xfrm>
            <a:off x="14086242" y="1169288"/>
            <a:ext cx="765200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強調テキスト（黒）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74D4D23-C8F5-544E-309D-600452BAF4EE}"/>
              </a:ext>
            </a:extLst>
          </p:cNvPr>
          <p:cNvSpPr txBox="1"/>
          <p:nvPr userDrawn="1"/>
        </p:nvSpPr>
        <p:spPr>
          <a:xfrm>
            <a:off x="14086242" y="1402469"/>
            <a:ext cx="765200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枠線（薄いグレー）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67CCC15-C600-B2EE-967A-6EB64E77C775}"/>
              </a:ext>
            </a:extLst>
          </p:cNvPr>
          <p:cNvSpPr txBox="1"/>
          <p:nvPr userDrawn="1"/>
        </p:nvSpPr>
        <p:spPr>
          <a:xfrm>
            <a:off x="14086242" y="1635650"/>
            <a:ext cx="1072977" cy="165036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r>
              <a:rPr kumimoji="1" lang="ja-JP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スライド背景（ごく薄い緑）</a:t>
            </a:r>
          </a:p>
        </p:txBody>
      </p:sp>
    </p:spTree>
    <p:extLst>
      <p:ext uri="{BB962C8B-B14F-4D97-AF65-F5344CB8AC3E}">
        <p14:creationId xmlns:p14="http://schemas.microsoft.com/office/powerpoint/2010/main" val="88151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ject_name">
            <a:extLst>
              <a:ext uri="{FF2B5EF4-FFF2-40B4-BE49-F238E27FC236}">
                <a16:creationId xmlns:a16="http://schemas.microsoft.com/office/drawing/2014/main" id="{60E2BD96-279D-C31F-F250-3123B12D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YYYYMM </a:t>
            </a:r>
            <a:r>
              <a:rPr lang="ja-JP" altLang="en-US" dirty="0"/>
              <a:t>会社名</a:t>
            </a:r>
            <a:r>
              <a:rPr lang="en-US" altLang="ja-JP" dirty="0"/>
              <a:t>_</a:t>
            </a:r>
            <a:r>
              <a:rPr lang="ja-JP" altLang="en-US" dirty="0"/>
              <a:t>商談名</a:t>
            </a:r>
          </a:p>
        </p:txBody>
      </p:sp>
      <p:sp>
        <p:nvSpPr>
          <p:cNvPr id="11" name="internal_company_only">
            <a:extLst>
              <a:ext uri="{FF2B5EF4-FFF2-40B4-BE49-F238E27FC236}">
                <a16:creationId xmlns:a16="http://schemas.microsoft.com/office/drawing/2014/main" id="{053EF703-1B76-3653-AEAD-0134C93172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 dirty="0"/>
              <a:t>社内限</a:t>
            </a:r>
          </a:p>
        </p:txBody>
      </p:sp>
      <p:sp>
        <p:nvSpPr>
          <p:cNvPr id="12" name="created_date">
            <a:extLst>
              <a:ext uri="{FF2B5EF4-FFF2-40B4-BE49-F238E27FC236}">
                <a16:creationId xmlns:a16="http://schemas.microsoft.com/office/drawing/2014/main" id="{56B9C9EC-7A64-16A0-B2B2-54B576363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13" name="author">
            <a:extLst>
              <a:ext uri="{FF2B5EF4-FFF2-40B4-BE49-F238E27FC236}">
                <a16:creationId xmlns:a16="http://schemas.microsoft.com/office/drawing/2014/main" id="{CEA619E6-C494-35AB-0EDE-EE136A584350}"/>
              </a:ext>
            </a:extLst>
          </p:cNvPr>
          <p:cNvSpPr txBox="1"/>
          <p:nvPr/>
        </p:nvSpPr>
        <p:spPr>
          <a:xfrm>
            <a:off x="551383" y="4628980"/>
            <a:ext cx="2113843" cy="340730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dirty="0"/>
              <a:t>作成者：　○○○○</a:t>
            </a:r>
          </a:p>
        </p:txBody>
      </p:sp>
    </p:spTree>
    <p:extLst>
      <p:ext uri="{BB962C8B-B14F-4D97-AF65-F5344CB8AC3E}">
        <p14:creationId xmlns:p14="http://schemas.microsoft.com/office/powerpoint/2010/main" val="335208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ummary">
            <a:extLst>
              <a:ext uri="{FF2B5EF4-FFF2-40B4-BE49-F238E27FC236}">
                <a16:creationId xmlns:a16="http://schemas.microsoft.com/office/drawing/2014/main" id="{29627E4F-14E4-4C98-4239-51ACD551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97" y="539301"/>
            <a:ext cx="4675809" cy="874654"/>
          </a:xfrm>
        </p:spPr>
        <p:txBody>
          <a:bodyPr>
            <a:spAutoFit/>
          </a:bodyPr>
          <a:lstStyle/>
          <a:p>
            <a:r>
              <a:rPr lang="ja-JP" altLang="en-US" b="1" dirty="0"/>
              <a:t>モバイル空間統計による来館データを用いた施設運営ダッシュボードで非会員含めたマーケティング施策を評価可能に </a:t>
            </a:r>
          </a:p>
        </p:txBody>
      </p:sp>
      <p:sp>
        <p:nvSpPr>
          <p:cNvPr id="25" name="sub_summary">
            <a:extLst>
              <a:ext uri="{FF2B5EF4-FFF2-40B4-BE49-F238E27FC236}">
                <a16:creationId xmlns:a16="http://schemas.microsoft.com/office/drawing/2014/main" id="{A0AF0FB1-04E8-6CC5-B747-483A069A9D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dirty="0"/>
              <a:t>来館データと会員情報を統合。来館所要時間の算出や、競合の来館データまで含めて</a:t>
            </a:r>
            <a:r>
              <a:rPr lang="en-US" altLang="ja-JP" dirty="0" err="1"/>
              <a:t>GoogleCloud+Tableau</a:t>
            </a:r>
            <a:r>
              <a:rPr lang="ja-JP" altLang="en-US" dirty="0"/>
              <a:t>で可視化を行い、日々の業務に必要不可欠なデータ利用を実現　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C937218D-6E50-7E88-80F6-FE607F2290BB}"/>
              </a:ext>
            </a:extLst>
          </p:cNvPr>
          <p:cNvSpPr txBox="1"/>
          <p:nvPr/>
        </p:nvSpPr>
        <p:spPr>
          <a:xfrm>
            <a:off x="276097" y="2310326"/>
            <a:ext cx="1228848" cy="275644"/>
          </a:xfrm>
          <a:prstGeom prst="rect">
            <a:avLst/>
          </a:prstGeom>
          <a:noFill/>
        </p:spPr>
        <p:txBody>
          <a:bodyPr wrap="none" lIns="72000" tIns="36000" rIns="3600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200" b="1" dirty="0">
                <a:solidFill>
                  <a:schemeClr val="bg1">
                    <a:lumMod val="75000"/>
                  </a:schemeClr>
                </a:solidFill>
              </a:rPr>
              <a:t>Business Value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5" name="our_role">
            <a:extLst>
              <a:ext uri="{FF2B5EF4-FFF2-40B4-BE49-F238E27FC236}">
                <a16:creationId xmlns:a16="http://schemas.microsoft.com/office/drawing/2014/main" id="{74FFEA35-3609-440B-D01D-8E06AFB3A5D6}"/>
              </a:ext>
            </a:extLst>
          </p:cNvPr>
          <p:cNvSpPr txBox="1"/>
          <p:nvPr/>
        </p:nvSpPr>
        <p:spPr>
          <a:xfrm>
            <a:off x="421941" y="5347033"/>
            <a:ext cx="4529965" cy="945058"/>
          </a:xfrm>
          <a:prstGeom prst="rect">
            <a:avLst/>
          </a:prstGeom>
          <a:noFill/>
        </p:spPr>
        <p:txBody>
          <a:bodyPr wrap="square" lIns="72000" tIns="36000" rIns="36000" bIns="36000" rtlCol="0">
            <a:spAutoFit/>
          </a:bodyPr>
          <a:lstStyle/>
          <a:p>
            <a:pPr marL="180975" marR="0" lvl="0" indent="-18097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11pt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文字色通常グレー 行間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1.2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倍、段落後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6pt</a:t>
            </a:r>
            <a:b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余白　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T0.2 R0.1 B0.1 L0.1</a:t>
            </a:r>
          </a:p>
          <a:p>
            <a:pPr marL="180975" marR="0" lvl="0" indent="-18097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11pt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文字色通常グレー 行間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1.2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倍、段落後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6pt</a:t>
            </a:r>
            <a:b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余白　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T0.2 R0.1 B0.1 L0.1</a:t>
            </a:r>
          </a:p>
        </p:txBody>
      </p:sp>
      <p:sp>
        <p:nvSpPr>
          <p:cNvPr id="45" name="background">
            <a:extLst>
              <a:ext uri="{FF2B5EF4-FFF2-40B4-BE49-F238E27FC236}">
                <a16:creationId xmlns:a16="http://schemas.microsoft.com/office/drawing/2014/main" id="{4D496F86-61AC-0E79-8250-C784AD863A5B}"/>
              </a:ext>
            </a:extLst>
          </p:cNvPr>
          <p:cNvSpPr txBox="1"/>
          <p:nvPr/>
        </p:nvSpPr>
        <p:spPr>
          <a:xfrm>
            <a:off x="421943" y="2967151"/>
            <a:ext cx="4529963" cy="461849"/>
          </a:xfrm>
          <a:prstGeom prst="rect">
            <a:avLst/>
          </a:prstGeom>
          <a:noFill/>
        </p:spPr>
        <p:txBody>
          <a:bodyPr wrap="square" lIns="72000" tIns="36000" rIns="36000" bIns="36000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ja-JP" sz="1100" dirty="0">
                <a:solidFill>
                  <a:schemeClr val="tx2"/>
                </a:solidFill>
                <a:latin typeface="+mn-ea"/>
              </a:rPr>
              <a:t>11pt </a:t>
            </a:r>
            <a:r>
              <a:rPr kumimoji="1" lang="ja-JP" altLang="en-US" sz="1100" dirty="0">
                <a:solidFill>
                  <a:schemeClr val="tx2"/>
                </a:solidFill>
                <a:latin typeface="+mn-ea"/>
              </a:rPr>
              <a:t>文字色通常グレー 行間</a:t>
            </a:r>
            <a:r>
              <a:rPr kumimoji="1" lang="en-US" altLang="ja-JP" sz="1100" dirty="0">
                <a:solidFill>
                  <a:schemeClr val="tx2"/>
                </a:solidFill>
                <a:latin typeface="+mn-ea"/>
              </a:rPr>
              <a:t>1.2</a:t>
            </a:r>
            <a:r>
              <a:rPr kumimoji="1" lang="ja-JP" altLang="en-US" sz="1100" dirty="0">
                <a:solidFill>
                  <a:schemeClr val="tx2"/>
                </a:solidFill>
                <a:latin typeface="+mn-ea"/>
              </a:rPr>
              <a:t>倍、段落後</a:t>
            </a:r>
            <a:r>
              <a:rPr kumimoji="1" lang="en-US" altLang="ja-JP" sz="1100" dirty="0">
                <a:solidFill>
                  <a:schemeClr val="tx2"/>
                </a:solidFill>
                <a:latin typeface="+mn-ea"/>
              </a:rPr>
              <a:t>6pt</a:t>
            </a:r>
            <a:br>
              <a:rPr kumimoji="1" lang="en-US" altLang="ja-JP" sz="1100" dirty="0">
                <a:solidFill>
                  <a:schemeClr val="tx2"/>
                </a:solidFill>
                <a:latin typeface="+mn-ea"/>
              </a:rPr>
            </a:br>
            <a:r>
              <a:rPr kumimoji="1" lang="ja-JP" altLang="en-US" sz="1100" dirty="0">
                <a:solidFill>
                  <a:schemeClr val="tx2"/>
                </a:solidFill>
                <a:latin typeface="+mn-ea"/>
              </a:rPr>
              <a:t>余白　</a:t>
            </a:r>
            <a:r>
              <a:rPr kumimoji="1" lang="en-US" altLang="ja-JP" sz="1100" dirty="0">
                <a:solidFill>
                  <a:schemeClr val="tx2"/>
                </a:solidFill>
                <a:latin typeface="+mn-ea"/>
              </a:rPr>
              <a:t>T0.2 R0.1 B0.1 L0.1</a:t>
            </a:r>
            <a:endParaRPr kumimoji="1" lang="ja-JP" altLang="en-US" sz="11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0" name="challenge">
            <a:extLst>
              <a:ext uri="{FF2B5EF4-FFF2-40B4-BE49-F238E27FC236}">
                <a16:creationId xmlns:a16="http://schemas.microsoft.com/office/drawing/2014/main" id="{40CEC294-5D43-C5D0-ED99-93D0220A3F20}"/>
              </a:ext>
            </a:extLst>
          </p:cNvPr>
          <p:cNvSpPr txBox="1"/>
          <p:nvPr/>
        </p:nvSpPr>
        <p:spPr>
          <a:xfrm>
            <a:off x="421943" y="3917520"/>
            <a:ext cx="4529964" cy="945058"/>
          </a:xfrm>
          <a:prstGeom prst="rect">
            <a:avLst/>
          </a:prstGeom>
          <a:noFill/>
        </p:spPr>
        <p:txBody>
          <a:bodyPr wrap="square" lIns="72000" tIns="36000" rIns="36000" bIns="36000" rtlCol="0">
            <a:spAutoFit/>
          </a:bodyPr>
          <a:lstStyle/>
          <a:p>
            <a:pPr marL="180975" marR="0" lvl="0" indent="-18097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11pt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文字色通常グレー 行間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1.2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倍、段落後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6pt</a:t>
            </a:r>
            <a:b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余白　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T0.2 R0.1 B0.1 L0.1</a:t>
            </a:r>
          </a:p>
          <a:p>
            <a:pPr marL="180975" marR="0" lvl="0" indent="-18097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11pt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文字色通常グレー 行間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1.2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倍、段落後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6pt</a:t>
            </a:r>
            <a:b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余白　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T0.2 R0.1 B0.1 L0.1</a:t>
            </a:r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BDDA2B11-DE3E-ADFC-ECCD-CB2783982D3D}"/>
              </a:ext>
            </a:extLst>
          </p:cNvPr>
          <p:cNvGrpSpPr/>
          <p:nvPr/>
        </p:nvGrpSpPr>
        <p:grpSpPr>
          <a:xfrm>
            <a:off x="369964" y="5059239"/>
            <a:ext cx="4526058" cy="262100"/>
            <a:chOff x="369964" y="7138586"/>
            <a:chExt cx="4526058" cy="262100"/>
          </a:xfrm>
        </p:grpSpPr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6053F868-448F-71F0-23E5-40D68AC3D9C7}"/>
                </a:ext>
              </a:extLst>
            </p:cNvPr>
            <p:cNvCxnSpPr>
              <a:cxnSpLocks/>
            </p:cNvCxnSpPr>
            <p:nvPr/>
          </p:nvCxnSpPr>
          <p:spPr>
            <a:xfrm>
              <a:off x="369964" y="7138586"/>
              <a:ext cx="0" cy="262100"/>
            </a:xfrm>
            <a:prstGeom prst="line">
              <a:avLst/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テキスト プレースホルダー 22">
              <a:extLst>
                <a:ext uri="{FF2B5EF4-FFF2-40B4-BE49-F238E27FC236}">
                  <a16:creationId xmlns:a16="http://schemas.microsoft.com/office/drawing/2014/main" id="{E95CD412-CDC6-65E9-E378-75BDE94F6216}"/>
                </a:ext>
              </a:extLst>
            </p:cNvPr>
            <p:cNvSpPr txBox="1">
              <a:spLocks/>
            </p:cNvSpPr>
            <p:nvPr/>
          </p:nvSpPr>
          <p:spPr>
            <a:xfrm>
              <a:off x="421944" y="7140952"/>
              <a:ext cx="4474078" cy="257369"/>
            </a:xfrm>
            <a:prstGeom prst="rect">
              <a:avLst/>
            </a:prstGeom>
          </p:spPr>
          <p:txBody>
            <a:bodyPr wrap="square" lIns="72000" tIns="36000" rIns="36000" bIns="3600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アウトプット </a:t>
              </a:r>
              <a:r>
                <a: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/ </a:t>
              </a:r>
              <a:r>
                <a:rPr kumimoji="1" lang="ja-JP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成果 </a:t>
              </a:r>
              <a:r>
                <a: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/ </a:t>
              </a:r>
              <a:r>
                <a:rPr kumimoji="1" lang="ja-JP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エクスチュアの役割</a:t>
              </a:r>
            </a:p>
          </p:txBody>
        </p: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12E72250-A94E-D255-5BDC-D29A0D5A0BFC}"/>
              </a:ext>
            </a:extLst>
          </p:cNvPr>
          <p:cNvGrpSpPr/>
          <p:nvPr/>
        </p:nvGrpSpPr>
        <p:grpSpPr>
          <a:xfrm>
            <a:off x="369964" y="2686782"/>
            <a:ext cx="4431906" cy="262100"/>
            <a:chOff x="369964" y="7138586"/>
            <a:chExt cx="4431906" cy="262100"/>
          </a:xfrm>
        </p:grpSpPr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5DE3A5A3-9E69-F224-787B-98DE7FDB31FA}"/>
                </a:ext>
              </a:extLst>
            </p:cNvPr>
            <p:cNvCxnSpPr>
              <a:cxnSpLocks/>
            </p:cNvCxnSpPr>
            <p:nvPr/>
          </p:nvCxnSpPr>
          <p:spPr>
            <a:xfrm>
              <a:off x="369964" y="7138586"/>
              <a:ext cx="0" cy="262100"/>
            </a:xfrm>
            <a:prstGeom prst="line">
              <a:avLst/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テキスト プレースホルダー 22">
              <a:extLst>
                <a:ext uri="{FF2B5EF4-FFF2-40B4-BE49-F238E27FC236}">
                  <a16:creationId xmlns:a16="http://schemas.microsoft.com/office/drawing/2014/main" id="{978BAF59-68E9-32DE-A1DA-4A3E38E4007A}"/>
                </a:ext>
              </a:extLst>
            </p:cNvPr>
            <p:cNvSpPr txBox="1">
              <a:spLocks/>
            </p:cNvSpPr>
            <p:nvPr/>
          </p:nvSpPr>
          <p:spPr>
            <a:xfrm>
              <a:off x="421944" y="7140952"/>
              <a:ext cx="4379926" cy="257369"/>
            </a:xfrm>
            <a:prstGeom prst="rect">
              <a:avLst/>
            </a:prstGeom>
          </p:spPr>
          <p:txBody>
            <a:bodyPr wrap="square" lIns="72000" tIns="36000" rIns="36000" bIns="3600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源ノ角ゴシック JP"/>
                  <a:ea typeface="源ノ角ゴシック JP"/>
                  <a:cs typeface="+mn-cs"/>
                </a:rPr>
                <a:t>背景</a:t>
              </a:r>
            </a:p>
          </p:txBody>
        </p: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563A36E4-FB76-CBC2-283A-39A8AF564BFD}"/>
              </a:ext>
            </a:extLst>
          </p:cNvPr>
          <p:cNvGrpSpPr/>
          <p:nvPr/>
        </p:nvGrpSpPr>
        <p:grpSpPr>
          <a:xfrm>
            <a:off x="369964" y="3625661"/>
            <a:ext cx="4526058" cy="262100"/>
            <a:chOff x="369964" y="7138586"/>
            <a:chExt cx="4526058" cy="262100"/>
          </a:xfrm>
        </p:grpSpPr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17DD006C-828F-8DE0-C599-20B05823E388}"/>
                </a:ext>
              </a:extLst>
            </p:cNvPr>
            <p:cNvCxnSpPr>
              <a:cxnSpLocks/>
            </p:cNvCxnSpPr>
            <p:nvPr/>
          </p:nvCxnSpPr>
          <p:spPr>
            <a:xfrm>
              <a:off x="369964" y="7138586"/>
              <a:ext cx="0" cy="262100"/>
            </a:xfrm>
            <a:prstGeom prst="line">
              <a:avLst/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プレースホルダー 22">
              <a:extLst>
                <a:ext uri="{FF2B5EF4-FFF2-40B4-BE49-F238E27FC236}">
                  <a16:creationId xmlns:a16="http://schemas.microsoft.com/office/drawing/2014/main" id="{3B5B6B11-7EF3-35DA-CB5E-85358771C4FF}"/>
                </a:ext>
              </a:extLst>
            </p:cNvPr>
            <p:cNvSpPr txBox="1">
              <a:spLocks/>
            </p:cNvSpPr>
            <p:nvPr/>
          </p:nvSpPr>
          <p:spPr>
            <a:xfrm>
              <a:off x="421944" y="7140952"/>
              <a:ext cx="4474078" cy="257369"/>
            </a:xfrm>
            <a:prstGeom prst="rect">
              <a:avLst/>
            </a:prstGeom>
          </p:spPr>
          <p:txBody>
            <a:bodyPr wrap="square" lIns="72000" tIns="36000" rIns="36000" bIns="3600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チャレンジ </a:t>
              </a:r>
              <a:r>
                <a: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/ </a:t>
              </a:r>
              <a:r>
                <a:rPr kumimoji="1" lang="ja-JP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特徴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31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ject_name">
            <a:extLst>
              <a:ext uri="{FF2B5EF4-FFF2-40B4-BE49-F238E27FC236}">
                <a16:creationId xmlns:a16="http://schemas.microsoft.com/office/drawing/2014/main" id="{A9CE9781-9EA2-40C4-0CD2-647C10A3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11" name="project_overview">
            <a:extLst>
              <a:ext uri="{FF2B5EF4-FFF2-40B4-BE49-F238E27FC236}">
                <a16:creationId xmlns:a16="http://schemas.microsoft.com/office/drawing/2014/main" id="{A2324AD8-AB8E-456E-714A-E60484B952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12" name="success">
            <a:extLst>
              <a:ext uri="{FF2B5EF4-FFF2-40B4-BE49-F238E27FC236}">
                <a16:creationId xmlns:a16="http://schemas.microsoft.com/office/drawing/2014/main" id="{C6164B9B-462F-9AFF-9B48-784B78948B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13" name="challenge">
            <a:extLst>
              <a:ext uri="{FF2B5EF4-FFF2-40B4-BE49-F238E27FC236}">
                <a16:creationId xmlns:a16="http://schemas.microsoft.com/office/drawing/2014/main" id="{F16CB798-9192-9795-A8AF-BE1DC8D6F9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14" name="learnings">
            <a:extLst>
              <a:ext uri="{FF2B5EF4-FFF2-40B4-BE49-F238E27FC236}">
                <a16:creationId xmlns:a16="http://schemas.microsoft.com/office/drawing/2014/main" id="{F2DF223E-A302-EFB2-3035-C4B5A27008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15" name="member_comment">
            <a:extLst>
              <a:ext uri="{FF2B5EF4-FFF2-40B4-BE49-F238E27FC236}">
                <a16:creationId xmlns:a16="http://schemas.microsoft.com/office/drawing/2014/main" id="{E5DD059D-A7BA-351B-45E8-0168ACF3BF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16" name="member">
            <a:extLst>
              <a:ext uri="{FF2B5EF4-FFF2-40B4-BE49-F238E27FC236}">
                <a16:creationId xmlns:a16="http://schemas.microsoft.com/office/drawing/2014/main" id="{97517C24-4654-DE15-44B4-C1CFE6772F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17" name="period_and_price">
            <a:extLst>
              <a:ext uri="{FF2B5EF4-FFF2-40B4-BE49-F238E27FC236}">
                <a16:creationId xmlns:a16="http://schemas.microsoft.com/office/drawing/2014/main" id="{0B44E1CC-B866-E806-23FB-45D1E62EC7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245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8DC382A-5A89-4954-2A1E-873603F6AA40}"/>
              </a:ext>
            </a:extLst>
          </p:cNvPr>
          <p:cNvSpPr/>
          <p:nvPr/>
        </p:nvSpPr>
        <p:spPr>
          <a:xfrm rot="10800000" flipV="1">
            <a:off x="410447" y="1224342"/>
            <a:ext cx="9945481" cy="18000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50000">
                <a:schemeClr val="accent6">
                  <a:alpha val="55000"/>
                </a:schemeClr>
              </a:gs>
              <a:gs pos="100000">
                <a:schemeClr val="accent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4F389E38-E83B-B71D-A9FD-55B051DA8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PJ</a:t>
            </a:r>
            <a:r>
              <a:rPr lang="ja-JP" altLang="en-US" dirty="0"/>
              <a:t>完了時アンケートより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65FF020-760C-BC41-FCDB-9ED0BD6A8C3B}"/>
              </a:ext>
            </a:extLst>
          </p:cNvPr>
          <p:cNvSpPr txBox="1"/>
          <p:nvPr/>
        </p:nvSpPr>
        <p:spPr>
          <a:xfrm>
            <a:off x="1214921" y="851552"/>
            <a:ext cx="3268005" cy="340730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○○株式会社　○○○○様より</a:t>
            </a:r>
            <a:endParaRPr kumimoji="1" lang="ja-JP" altLang="en-US" dirty="0"/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8B5EC151-9881-253A-689B-0FE4D1B6A6BC}"/>
              </a:ext>
            </a:extLst>
          </p:cNvPr>
          <p:cNvSpPr/>
          <p:nvPr/>
        </p:nvSpPr>
        <p:spPr>
          <a:xfrm>
            <a:off x="396096" y="1509033"/>
            <a:ext cx="4679922" cy="4859918"/>
          </a:xfrm>
          <a:prstGeom prst="roundRect">
            <a:avLst>
              <a:gd name="adj" fmla="val 44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2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56D154E-B99A-7719-5BE9-8412FBB9A9D8}"/>
              </a:ext>
            </a:extLst>
          </p:cNvPr>
          <p:cNvSpPr txBox="1"/>
          <p:nvPr/>
        </p:nvSpPr>
        <p:spPr>
          <a:xfrm>
            <a:off x="558378" y="2429649"/>
            <a:ext cx="992919" cy="307218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ja-JP" altLang="en-US" sz="1400" b="1" i="0" dirty="0">
                <a:solidFill>
                  <a:srgbClr val="000000"/>
                </a:solidFill>
                <a:effectLst/>
                <a:latin typeface="+mn-ea"/>
              </a:rPr>
              <a:t>ゴール達成度</a:t>
            </a:r>
            <a:endParaRPr kumimoji="1" lang="ja-JP" altLang="en-US" sz="1400" b="1" dirty="0">
              <a:latin typeface="+mn-ea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FC7CED-1050-5477-B66B-B82A692D4728}"/>
              </a:ext>
            </a:extLst>
          </p:cNvPr>
          <p:cNvSpPr txBox="1"/>
          <p:nvPr/>
        </p:nvSpPr>
        <p:spPr>
          <a:xfrm>
            <a:off x="558378" y="1785117"/>
            <a:ext cx="512666" cy="307218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ja-JP" altLang="en-US" sz="1400" b="1" i="0" dirty="0">
                <a:solidFill>
                  <a:srgbClr val="000000"/>
                </a:solidFill>
                <a:effectLst/>
                <a:latin typeface="+mn-ea"/>
              </a:rPr>
              <a:t>満足度</a:t>
            </a:r>
            <a:endParaRPr kumimoji="1" lang="ja-JP" altLang="en-US" sz="1400" b="1" dirty="0">
              <a:latin typeface="+mn-ea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154BF6-1EA9-C802-6FD4-071556695808}"/>
              </a:ext>
            </a:extLst>
          </p:cNvPr>
          <p:cNvSpPr txBox="1"/>
          <p:nvPr/>
        </p:nvSpPr>
        <p:spPr>
          <a:xfrm>
            <a:off x="558378" y="3102338"/>
            <a:ext cx="992919" cy="307218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ja-JP" altLang="en-US" sz="1400" b="1" i="0" dirty="0">
                <a:solidFill>
                  <a:srgbClr val="000000"/>
                </a:solidFill>
                <a:effectLst/>
                <a:latin typeface="+mn-ea"/>
              </a:rPr>
              <a:t>やり取り負荷</a:t>
            </a:r>
            <a:endParaRPr kumimoji="1" lang="ja-JP" altLang="en-US" sz="1400" b="1" dirty="0">
              <a:latin typeface="+mn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235E408-1B20-E7AA-B4D0-EED86B253445}"/>
              </a:ext>
            </a:extLst>
          </p:cNvPr>
          <p:cNvSpPr txBox="1"/>
          <p:nvPr/>
        </p:nvSpPr>
        <p:spPr>
          <a:xfrm>
            <a:off x="558378" y="3775026"/>
            <a:ext cx="677954" cy="307218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US" altLang="ja-JP" sz="1400" b="1" i="0" dirty="0">
                <a:solidFill>
                  <a:srgbClr val="000000"/>
                </a:solidFill>
                <a:effectLst/>
                <a:latin typeface="+mn-ea"/>
              </a:rPr>
              <a:t>NPS</a:t>
            </a:r>
            <a:r>
              <a:rPr lang="ja-JP" altLang="en-US" sz="1400" b="1" i="0" dirty="0">
                <a:solidFill>
                  <a:srgbClr val="000000"/>
                </a:solidFill>
                <a:effectLst/>
                <a:latin typeface="+mn-ea"/>
              </a:rPr>
              <a:t>区分</a:t>
            </a:r>
            <a:endParaRPr kumimoji="1" lang="ja-JP" altLang="en-US" sz="1400" b="1" dirty="0">
              <a:latin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CEAED0-5CA4-A8D3-C79B-265118032D4C}"/>
              </a:ext>
            </a:extLst>
          </p:cNvPr>
          <p:cNvSpPr txBox="1"/>
          <p:nvPr/>
        </p:nvSpPr>
        <p:spPr>
          <a:xfrm>
            <a:off x="558378" y="4449971"/>
            <a:ext cx="1313087" cy="307218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ja-JP" altLang="en-US" sz="1400" b="1" i="0" dirty="0">
                <a:solidFill>
                  <a:srgbClr val="000000"/>
                </a:solidFill>
                <a:effectLst/>
                <a:latin typeface="+mn-ea"/>
              </a:rPr>
              <a:t>アウトプット品質</a:t>
            </a:r>
            <a:endParaRPr kumimoji="1" lang="ja-JP" altLang="en-US" sz="1400" b="1" dirty="0">
              <a:latin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E343DDD-540F-1F3F-463F-773D3132D8E5}"/>
              </a:ext>
            </a:extLst>
          </p:cNvPr>
          <p:cNvSpPr txBox="1"/>
          <p:nvPr/>
        </p:nvSpPr>
        <p:spPr>
          <a:xfrm>
            <a:off x="558378" y="5122659"/>
            <a:ext cx="992919" cy="307218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400" b="1" dirty="0">
                <a:latin typeface="+mn-ea"/>
              </a:rPr>
              <a:t>技術的専門性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532F6-24E9-1D43-6D26-E4CE8ADCD96B}"/>
              </a:ext>
            </a:extLst>
          </p:cNvPr>
          <p:cNvSpPr txBox="1"/>
          <p:nvPr/>
        </p:nvSpPr>
        <p:spPr>
          <a:xfrm>
            <a:off x="558378" y="5795349"/>
            <a:ext cx="1756179" cy="307218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400" b="1" dirty="0">
                <a:latin typeface="+mn-ea"/>
              </a:rPr>
              <a:t>推進</a:t>
            </a:r>
            <a:r>
              <a:rPr kumimoji="1" lang="en-US" altLang="ja-JP" sz="1400" b="1" dirty="0">
                <a:latin typeface="+mn-ea"/>
              </a:rPr>
              <a:t>/</a:t>
            </a:r>
            <a:r>
              <a:rPr kumimoji="1" lang="ja-JP" altLang="en-US" sz="1400" b="1" dirty="0">
                <a:latin typeface="+mn-ea"/>
              </a:rPr>
              <a:t>提案</a:t>
            </a:r>
            <a:r>
              <a:rPr kumimoji="1" lang="en-US" altLang="ja-JP" sz="1400" b="1" dirty="0">
                <a:latin typeface="+mn-ea"/>
              </a:rPr>
              <a:t>/</a:t>
            </a:r>
            <a:r>
              <a:rPr kumimoji="1" lang="ja-JP" altLang="en-US" sz="1400" b="1" dirty="0">
                <a:latin typeface="+mn-ea"/>
              </a:rPr>
              <a:t>ビジネス理解</a:t>
            </a:r>
          </a:p>
        </p:txBody>
      </p: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2C7C18B7-C922-7201-6573-69567F89EFC8}"/>
              </a:ext>
            </a:extLst>
          </p:cNvPr>
          <p:cNvGrpSpPr/>
          <p:nvPr/>
        </p:nvGrpSpPr>
        <p:grpSpPr>
          <a:xfrm>
            <a:off x="2793422" y="2548897"/>
            <a:ext cx="1902163" cy="0"/>
            <a:chOff x="3216048" y="2295440"/>
            <a:chExt cx="2639956" cy="0"/>
          </a:xfrm>
        </p:grpSpPr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5A9C3952-75BC-0484-76FB-7C5D5DC80E7B}"/>
                </a:ext>
              </a:extLst>
            </p:cNvPr>
            <p:cNvCxnSpPr/>
            <p:nvPr/>
          </p:nvCxnSpPr>
          <p:spPr>
            <a:xfrm>
              <a:off x="3216048" y="2295440"/>
              <a:ext cx="2639956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79D5D4E9-751C-1E4E-212F-41C5DCF6205B}"/>
                </a:ext>
              </a:extLst>
            </p:cNvPr>
            <p:cNvCxnSpPr>
              <a:cxnSpLocks/>
            </p:cNvCxnSpPr>
            <p:nvPr/>
          </p:nvCxnSpPr>
          <p:spPr>
            <a:xfrm>
              <a:off x="4536026" y="2295440"/>
              <a:ext cx="1319978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DD3C13AD-1124-B76E-E07A-CDA28ECEA29E}"/>
              </a:ext>
            </a:extLst>
          </p:cNvPr>
          <p:cNvGrpSpPr/>
          <p:nvPr/>
        </p:nvGrpSpPr>
        <p:grpSpPr>
          <a:xfrm>
            <a:off x="2793422" y="1904365"/>
            <a:ext cx="1902163" cy="0"/>
            <a:chOff x="3216048" y="1711503"/>
            <a:chExt cx="2639956" cy="0"/>
          </a:xfrm>
        </p:grpSpPr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2AAC1CFF-75DC-795B-7FBA-44EE73B34815}"/>
                </a:ext>
              </a:extLst>
            </p:cNvPr>
            <p:cNvCxnSpPr/>
            <p:nvPr/>
          </p:nvCxnSpPr>
          <p:spPr>
            <a:xfrm>
              <a:off x="3216048" y="1711503"/>
              <a:ext cx="2639956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8ACECA66-6ADF-A2BC-6BD6-A133AACE2ECB}"/>
                </a:ext>
              </a:extLst>
            </p:cNvPr>
            <p:cNvCxnSpPr>
              <a:cxnSpLocks/>
            </p:cNvCxnSpPr>
            <p:nvPr/>
          </p:nvCxnSpPr>
          <p:spPr>
            <a:xfrm>
              <a:off x="3894933" y="1711503"/>
              <a:ext cx="1319978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9FD2669B-6EFE-5B27-039A-CBD4F3798059}"/>
                </a:ext>
              </a:extLst>
            </p:cNvPr>
            <p:cNvCxnSpPr>
              <a:cxnSpLocks/>
            </p:cNvCxnSpPr>
            <p:nvPr/>
          </p:nvCxnSpPr>
          <p:spPr>
            <a:xfrm>
              <a:off x="4536026" y="1711503"/>
              <a:ext cx="1319978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C10BB5FF-A765-6B9E-5C9B-50FADE54812C}"/>
              </a:ext>
            </a:extLst>
          </p:cNvPr>
          <p:cNvGrpSpPr/>
          <p:nvPr/>
        </p:nvGrpSpPr>
        <p:grpSpPr>
          <a:xfrm>
            <a:off x="2793422" y="4569219"/>
            <a:ext cx="1902163" cy="0"/>
            <a:chOff x="3216048" y="3909833"/>
            <a:chExt cx="2639956" cy="0"/>
          </a:xfrm>
        </p:grpSpPr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229A201D-51BE-94BA-28A7-193D8DCBD57C}"/>
                </a:ext>
              </a:extLst>
            </p:cNvPr>
            <p:cNvCxnSpPr/>
            <p:nvPr/>
          </p:nvCxnSpPr>
          <p:spPr>
            <a:xfrm>
              <a:off x="3216048" y="3909833"/>
              <a:ext cx="2639956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4CE9D425-7FBD-D641-9DED-80036B84D701}"/>
                </a:ext>
              </a:extLst>
            </p:cNvPr>
            <p:cNvCxnSpPr>
              <a:cxnSpLocks/>
            </p:cNvCxnSpPr>
            <p:nvPr/>
          </p:nvCxnSpPr>
          <p:spPr>
            <a:xfrm>
              <a:off x="3894933" y="3909833"/>
              <a:ext cx="1319978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FB1078ED-D4A5-E4ED-3E28-20A559B099B0}"/>
                </a:ext>
              </a:extLst>
            </p:cNvPr>
            <p:cNvCxnSpPr>
              <a:cxnSpLocks/>
            </p:cNvCxnSpPr>
            <p:nvPr/>
          </p:nvCxnSpPr>
          <p:spPr>
            <a:xfrm>
              <a:off x="4536026" y="3909833"/>
              <a:ext cx="1319978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DFC82F33-B7B0-3D68-AAD6-6EE51E662C14}"/>
              </a:ext>
            </a:extLst>
          </p:cNvPr>
          <p:cNvGrpSpPr/>
          <p:nvPr/>
        </p:nvGrpSpPr>
        <p:grpSpPr>
          <a:xfrm>
            <a:off x="2793422" y="5241907"/>
            <a:ext cx="1902163" cy="0"/>
            <a:chOff x="3216048" y="4397103"/>
            <a:chExt cx="2639956" cy="0"/>
          </a:xfrm>
        </p:grpSpPr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D36FD8DC-A9A6-6A98-60F3-4790D3AFF7B8}"/>
                </a:ext>
              </a:extLst>
            </p:cNvPr>
            <p:cNvCxnSpPr/>
            <p:nvPr/>
          </p:nvCxnSpPr>
          <p:spPr>
            <a:xfrm>
              <a:off x="3216048" y="4397103"/>
              <a:ext cx="2639956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F91D4E27-0CA2-EF9E-0C48-E5843194B5D3}"/>
                </a:ext>
              </a:extLst>
            </p:cNvPr>
            <p:cNvCxnSpPr>
              <a:cxnSpLocks/>
            </p:cNvCxnSpPr>
            <p:nvPr/>
          </p:nvCxnSpPr>
          <p:spPr>
            <a:xfrm>
              <a:off x="3894933" y="4397103"/>
              <a:ext cx="1319978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AE30B877-5B18-DBE6-08EF-234A94587A4D}"/>
                </a:ext>
              </a:extLst>
            </p:cNvPr>
            <p:cNvCxnSpPr>
              <a:cxnSpLocks/>
            </p:cNvCxnSpPr>
            <p:nvPr/>
          </p:nvCxnSpPr>
          <p:spPr>
            <a:xfrm>
              <a:off x="4536026" y="4397103"/>
              <a:ext cx="1319978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AABEEF0B-9347-941D-1434-3392D5040610}"/>
              </a:ext>
            </a:extLst>
          </p:cNvPr>
          <p:cNvGrpSpPr/>
          <p:nvPr/>
        </p:nvGrpSpPr>
        <p:grpSpPr>
          <a:xfrm>
            <a:off x="2793422" y="5914597"/>
            <a:ext cx="1902163" cy="0"/>
            <a:chOff x="3216048" y="4996672"/>
            <a:chExt cx="2639956" cy="0"/>
          </a:xfrm>
        </p:grpSpPr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D0E488E6-AE42-DFC3-9985-6CBD9B8A6B27}"/>
                </a:ext>
              </a:extLst>
            </p:cNvPr>
            <p:cNvCxnSpPr/>
            <p:nvPr/>
          </p:nvCxnSpPr>
          <p:spPr>
            <a:xfrm>
              <a:off x="3216048" y="4996672"/>
              <a:ext cx="2639956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85D4EBD4-75EF-7CC2-2D3C-A2FFAD8E9CDF}"/>
                </a:ext>
              </a:extLst>
            </p:cNvPr>
            <p:cNvCxnSpPr>
              <a:cxnSpLocks/>
            </p:cNvCxnSpPr>
            <p:nvPr/>
          </p:nvCxnSpPr>
          <p:spPr>
            <a:xfrm>
              <a:off x="3894933" y="4996672"/>
              <a:ext cx="1319978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6B7AC4E2-6548-E8F4-368C-3624C7DC23F7}"/>
                </a:ext>
              </a:extLst>
            </p:cNvPr>
            <p:cNvCxnSpPr>
              <a:cxnSpLocks/>
            </p:cNvCxnSpPr>
            <p:nvPr/>
          </p:nvCxnSpPr>
          <p:spPr>
            <a:xfrm>
              <a:off x="4536026" y="4996672"/>
              <a:ext cx="1319978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50B1E6D4-550D-7D33-8812-9FEBE00239FA}"/>
              </a:ext>
            </a:extLst>
          </p:cNvPr>
          <p:cNvGrpSpPr/>
          <p:nvPr/>
        </p:nvGrpSpPr>
        <p:grpSpPr>
          <a:xfrm>
            <a:off x="2793422" y="3221586"/>
            <a:ext cx="1902163" cy="0"/>
            <a:chOff x="3216048" y="2862103"/>
            <a:chExt cx="2639956" cy="0"/>
          </a:xfrm>
        </p:grpSpPr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DFA8A1E6-C86F-6CEE-50EB-7B2EC680419F}"/>
                </a:ext>
              </a:extLst>
            </p:cNvPr>
            <p:cNvCxnSpPr/>
            <p:nvPr/>
          </p:nvCxnSpPr>
          <p:spPr>
            <a:xfrm>
              <a:off x="3216048" y="2862103"/>
              <a:ext cx="2639956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EAA92C37-40ED-F02E-4F6C-F730DDBBD383}"/>
                </a:ext>
              </a:extLst>
            </p:cNvPr>
            <p:cNvCxnSpPr>
              <a:cxnSpLocks/>
            </p:cNvCxnSpPr>
            <p:nvPr/>
          </p:nvCxnSpPr>
          <p:spPr>
            <a:xfrm>
              <a:off x="3894933" y="2862103"/>
              <a:ext cx="1319978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矢印コネクタ 30">
              <a:extLst>
                <a:ext uri="{FF2B5EF4-FFF2-40B4-BE49-F238E27FC236}">
                  <a16:creationId xmlns:a16="http://schemas.microsoft.com/office/drawing/2014/main" id="{E220151C-2533-AB89-1D5D-206231300693}"/>
                </a:ext>
              </a:extLst>
            </p:cNvPr>
            <p:cNvCxnSpPr>
              <a:cxnSpLocks/>
            </p:cNvCxnSpPr>
            <p:nvPr/>
          </p:nvCxnSpPr>
          <p:spPr>
            <a:xfrm>
              <a:off x="4536026" y="2862103"/>
              <a:ext cx="1319978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3A8802CD-06E4-0721-C553-C93BF147F830}"/>
              </a:ext>
            </a:extLst>
          </p:cNvPr>
          <p:cNvGrpSpPr/>
          <p:nvPr/>
        </p:nvGrpSpPr>
        <p:grpSpPr>
          <a:xfrm>
            <a:off x="2793422" y="3855605"/>
            <a:ext cx="1902163" cy="79594"/>
            <a:chOff x="6335996" y="3386956"/>
            <a:chExt cx="3779937" cy="0"/>
          </a:xfrm>
        </p:grpSpPr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1C68EC7F-E459-F3B0-AFE3-2FCC69807348}"/>
                </a:ext>
              </a:extLst>
            </p:cNvPr>
            <p:cNvCxnSpPr>
              <a:cxnSpLocks/>
            </p:cNvCxnSpPr>
            <p:nvPr/>
          </p:nvCxnSpPr>
          <p:spPr>
            <a:xfrm>
              <a:off x="6335996" y="3386956"/>
              <a:ext cx="419993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84274375-C475-DF73-EC05-BDA9F416B452}"/>
                </a:ext>
              </a:extLst>
            </p:cNvPr>
            <p:cNvCxnSpPr>
              <a:cxnSpLocks/>
            </p:cNvCxnSpPr>
            <p:nvPr/>
          </p:nvCxnSpPr>
          <p:spPr>
            <a:xfrm>
              <a:off x="6755989" y="3386956"/>
              <a:ext cx="419993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159A8276-9300-1946-14B2-A48E465E326A}"/>
                </a:ext>
              </a:extLst>
            </p:cNvPr>
            <p:cNvCxnSpPr>
              <a:cxnSpLocks/>
            </p:cNvCxnSpPr>
            <p:nvPr/>
          </p:nvCxnSpPr>
          <p:spPr>
            <a:xfrm>
              <a:off x="7175982" y="3386956"/>
              <a:ext cx="419993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DBABBD6F-8BA7-782B-3F3F-4D7490035A8D}"/>
                </a:ext>
              </a:extLst>
            </p:cNvPr>
            <p:cNvCxnSpPr>
              <a:cxnSpLocks/>
            </p:cNvCxnSpPr>
            <p:nvPr/>
          </p:nvCxnSpPr>
          <p:spPr>
            <a:xfrm>
              <a:off x="7595975" y="3386956"/>
              <a:ext cx="419993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276A399C-1FF1-9D73-DA92-68E9A7BBCF33}"/>
                </a:ext>
              </a:extLst>
            </p:cNvPr>
            <p:cNvCxnSpPr>
              <a:cxnSpLocks/>
            </p:cNvCxnSpPr>
            <p:nvPr/>
          </p:nvCxnSpPr>
          <p:spPr>
            <a:xfrm>
              <a:off x="8015968" y="3386956"/>
              <a:ext cx="419993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1C4A72E1-BC6A-7270-F627-478D49D24B30}"/>
                </a:ext>
              </a:extLst>
            </p:cNvPr>
            <p:cNvCxnSpPr>
              <a:cxnSpLocks/>
            </p:cNvCxnSpPr>
            <p:nvPr/>
          </p:nvCxnSpPr>
          <p:spPr>
            <a:xfrm>
              <a:off x="8435961" y="3386956"/>
              <a:ext cx="419993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15654346-B8E3-AC55-E925-E56DE69DEFBA}"/>
                </a:ext>
              </a:extLst>
            </p:cNvPr>
            <p:cNvCxnSpPr>
              <a:cxnSpLocks/>
            </p:cNvCxnSpPr>
            <p:nvPr/>
          </p:nvCxnSpPr>
          <p:spPr>
            <a:xfrm>
              <a:off x="8855954" y="3386956"/>
              <a:ext cx="419993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1DD1D10C-327D-2877-86F7-687951739045}"/>
                </a:ext>
              </a:extLst>
            </p:cNvPr>
            <p:cNvCxnSpPr>
              <a:cxnSpLocks/>
            </p:cNvCxnSpPr>
            <p:nvPr/>
          </p:nvCxnSpPr>
          <p:spPr>
            <a:xfrm>
              <a:off x="9275947" y="3386956"/>
              <a:ext cx="419993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BDA022F5-C084-64B5-DAEB-246631DB8C51}"/>
                </a:ext>
              </a:extLst>
            </p:cNvPr>
            <p:cNvCxnSpPr>
              <a:cxnSpLocks/>
            </p:cNvCxnSpPr>
            <p:nvPr/>
          </p:nvCxnSpPr>
          <p:spPr>
            <a:xfrm>
              <a:off x="9695940" y="3386956"/>
              <a:ext cx="419993" cy="0"/>
            </a:xfrm>
            <a:prstGeom prst="straightConnector1">
              <a:avLst/>
            </a:prstGeom>
            <a:ln w="76200">
              <a:solidFill>
                <a:schemeClr val="tx2">
                  <a:lumMod val="10000"/>
                  <a:lumOff val="9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D97AA1F8-5638-8096-5A51-DBC844A98D20}"/>
              </a:ext>
            </a:extLst>
          </p:cNvPr>
          <p:cNvSpPr/>
          <p:nvPr/>
        </p:nvSpPr>
        <p:spPr>
          <a:xfrm>
            <a:off x="5382067" y="1827285"/>
            <a:ext cx="6533836" cy="1199021"/>
          </a:xfrm>
          <a:prstGeom prst="roundRect">
            <a:avLst>
              <a:gd name="adj" fmla="val 181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kumimoji="1" lang="en-US" altLang="ja-JP" sz="1600" dirty="0">
                <a:solidFill>
                  <a:schemeClr val="tx2"/>
                </a:solidFill>
                <a:latin typeface="+mn-ea"/>
              </a:rPr>
              <a:t>4Q</a:t>
            </a:r>
            <a:r>
              <a:rPr kumimoji="1" lang="ja-JP" altLang="en-US" sz="1600" dirty="0">
                <a:solidFill>
                  <a:schemeClr val="tx2"/>
                </a:solidFill>
                <a:latin typeface="+mn-ea"/>
              </a:rPr>
              <a:t>もご対応ありがとうございました。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2"/>
                </a:solidFill>
                <a:latin typeface="+mn-ea"/>
              </a:rPr>
              <a:t>各案件だけでなく、緊急対応も迅速にご対応いただき助かりました。</a:t>
            </a:r>
          </a:p>
        </p:txBody>
      </p: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8166A3EF-1511-BE95-454D-48A134180C5F}"/>
              </a:ext>
            </a:extLst>
          </p:cNvPr>
          <p:cNvSpPr/>
          <p:nvPr/>
        </p:nvSpPr>
        <p:spPr>
          <a:xfrm>
            <a:off x="5382067" y="3483461"/>
            <a:ext cx="6533836" cy="1199021"/>
          </a:xfrm>
          <a:prstGeom prst="roundRect">
            <a:avLst>
              <a:gd name="adj" fmla="val 181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ja-JP" altLang="en-US" sz="1600" b="0" i="0" dirty="0">
                <a:solidFill>
                  <a:srgbClr val="000000"/>
                </a:solidFill>
                <a:effectLst/>
                <a:latin typeface="+mn-ea"/>
              </a:rPr>
              <a:t>特にありません。</a:t>
            </a:r>
            <a:endParaRPr kumimoji="1" lang="ja-JP" altLang="en-US" sz="16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96AA7DE5-1BA6-565B-A41D-10F3C477F34C}"/>
              </a:ext>
            </a:extLst>
          </p:cNvPr>
          <p:cNvSpPr/>
          <p:nvPr/>
        </p:nvSpPr>
        <p:spPr>
          <a:xfrm>
            <a:off x="5382067" y="5169930"/>
            <a:ext cx="6533836" cy="1199021"/>
          </a:xfrm>
          <a:prstGeom prst="roundRect">
            <a:avLst>
              <a:gd name="adj" fmla="val 181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spcAft>
                <a:spcPts val="300"/>
              </a:spcAft>
            </a:pPr>
            <a:endParaRPr kumimoji="1" lang="ja-JP" altLang="en-US" sz="16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E3A1EDF8-72DB-415A-C1ED-A0C10A4E4D89}"/>
              </a:ext>
            </a:extLst>
          </p:cNvPr>
          <p:cNvSpPr txBox="1"/>
          <p:nvPr/>
        </p:nvSpPr>
        <p:spPr>
          <a:xfrm>
            <a:off x="5395524" y="1543759"/>
            <a:ext cx="3627078" cy="273083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ja-JP" altLang="en-US" sz="1400" b="1" i="0" dirty="0">
                <a:solidFill>
                  <a:schemeClr val="bg1">
                    <a:lumMod val="50000"/>
                  </a:schemeClr>
                </a:solidFill>
                <a:effectLst/>
                <a:latin typeface="72"/>
              </a:rPr>
              <a:t>良かったところや感想をお聞かせください。</a:t>
            </a:r>
            <a:endParaRPr kumimoji="1" lang="ja-JP" alt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33B3729F-5B15-45B7-A30A-2BF5F0770A4B}"/>
              </a:ext>
            </a:extLst>
          </p:cNvPr>
          <p:cNvSpPr txBox="1"/>
          <p:nvPr/>
        </p:nvSpPr>
        <p:spPr>
          <a:xfrm>
            <a:off x="5395524" y="3210378"/>
            <a:ext cx="3986151" cy="273083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ja-JP" altLang="en-US" sz="1400" b="1" i="0" dirty="0">
                <a:solidFill>
                  <a:schemeClr val="bg1">
                    <a:lumMod val="50000"/>
                  </a:schemeClr>
                </a:solidFill>
                <a:effectLst/>
                <a:latin typeface="72"/>
              </a:rPr>
              <a:t>気になったところや改善点をお聞かせください。</a:t>
            </a:r>
            <a:endParaRPr kumimoji="1" lang="ja-JP" alt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D0500BC4-9020-A17C-439D-1967F037FD30}"/>
              </a:ext>
            </a:extLst>
          </p:cNvPr>
          <p:cNvSpPr txBox="1"/>
          <p:nvPr/>
        </p:nvSpPr>
        <p:spPr>
          <a:xfrm>
            <a:off x="5395524" y="4896847"/>
            <a:ext cx="4345223" cy="273083"/>
          </a:xfrm>
          <a:prstGeom prst="rect">
            <a:avLst/>
          </a:prstGeom>
          <a:noFill/>
        </p:spPr>
        <p:txBody>
          <a:bodyPr wrap="none" lIns="36000" tIns="0" rIns="0" bIns="36000" rtlCol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ja-JP" altLang="en-US" sz="1400" b="1" i="0" dirty="0">
                <a:solidFill>
                  <a:schemeClr val="bg1">
                    <a:lumMod val="50000"/>
                  </a:schemeClr>
                </a:solidFill>
                <a:effectLst/>
                <a:latin typeface="72"/>
              </a:rPr>
              <a:t>やり取りで難しさを感じたところを教えてください。</a:t>
            </a:r>
            <a:endParaRPr kumimoji="1" lang="ja-JP" alt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8580305A-7284-2BC1-6D1B-9B5093A6603F}"/>
              </a:ext>
            </a:extLst>
          </p:cNvPr>
          <p:cNvSpPr/>
          <p:nvPr/>
        </p:nvSpPr>
        <p:spPr>
          <a:xfrm>
            <a:off x="4091313" y="1777158"/>
            <a:ext cx="274560" cy="274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79" name="楕円 78">
            <a:extLst>
              <a:ext uri="{FF2B5EF4-FFF2-40B4-BE49-F238E27FC236}">
                <a16:creationId xmlns:a16="http://schemas.microsoft.com/office/drawing/2014/main" id="{C0840FC4-9A36-A283-EE9E-93724EDF2CF7}"/>
              </a:ext>
            </a:extLst>
          </p:cNvPr>
          <p:cNvSpPr/>
          <p:nvPr/>
        </p:nvSpPr>
        <p:spPr>
          <a:xfrm>
            <a:off x="3607223" y="2401800"/>
            <a:ext cx="274560" cy="274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80" name="楕円 79">
            <a:extLst>
              <a:ext uri="{FF2B5EF4-FFF2-40B4-BE49-F238E27FC236}">
                <a16:creationId xmlns:a16="http://schemas.microsoft.com/office/drawing/2014/main" id="{DFE3481D-EF8C-556B-3694-1F28BE9E4C65}"/>
              </a:ext>
            </a:extLst>
          </p:cNvPr>
          <p:cNvSpPr/>
          <p:nvPr/>
        </p:nvSpPr>
        <p:spPr>
          <a:xfrm>
            <a:off x="3620373" y="3078692"/>
            <a:ext cx="274560" cy="274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81" name="楕円 80">
            <a:extLst>
              <a:ext uri="{FF2B5EF4-FFF2-40B4-BE49-F238E27FC236}">
                <a16:creationId xmlns:a16="http://schemas.microsoft.com/office/drawing/2014/main" id="{74EEE2A6-22A8-0A18-5726-7C132960A83D}"/>
              </a:ext>
            </a:extLst>
          </p:cNvPr>
          <p:cNvSpPr/>
          <p:nvPr/>
        </p:nvSpPr>
        <p:spPr>
          <a:xfrm>
            <a:off x="4114466" y="3729030"/>
            <a:ext cx="274560" cy="274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82" name="楕円 81">
            <a:extLst>
              <a:ext uri="{FF2B5EF4-FFF2-40B4-BE49-F238E27FC236}">
                <a16:creationId xmlns:a16="http://schemas.microsoft.com/office/drawing/2014/main" id="{097690C8-9CA7-3969-699A-28C07DEE9884}"/>
              </a:ext>
            </a:extLst>
          </p:cNvPr>
          <p:cNvSpPr/>
          <p:nvPr/>
        </p:nvSpPr>
        <p:spPr>
          <a:xfrm>
            <a:off x="4098068" y="4469734"/>
            <a:ext cx="274560" cy="274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83" name="楕円 82">
            <a:extLst>
              <a:ext uri="{FF2B5EF4-FFF2-40B4-BE49-F238E27FC236}">
                <a16:creationId xmlns:a16="http://schemas.microsoft.com/office/drawing/2014/main" id="{58A5A299-8703-D7A2-21A7-B8B1F315352C}"/>
              </a:ext>
            </a:extLst>
          </p:cNvPr>
          <p:cNvSpPr/>
          <p:nvPr/>
        </p:nvSpPr>
        <p:spPr>
          <a:xfrm>
            <a:off x="4098068" y="5104627"/>
            <a:ext cx="274560" cy="274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84" name="楕円 83">
            <a:extLst>
              <a:ext uri="{FF2B5EF4-FFF2-40B4-BE49-F238E27FC236}">
                <a16:creationId xmlns:a16="http://schemas.microsoft.com/office/drawing/2014/main" id="{F4D29D21-8964-5FF8-8264-D18A63297A04}"/>
              </a:ext>
            </a:extLst>
          </p:cNvPr>
          <p:cNvSpPr/>
          <p:nvPr/>
        </p:nvSpPr>
        <p:spPr>
          <a:xfrm>
            <a:off x="4113959" y="5781082"/>
            <a:ext cx="274560" cy="274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2"/>
              </a:solidFill>
            </a:endParaRPr>
          </a:p>
        </p:txBody>
      </p:sp>
      <p:pic>
        <p:nvPicPr>
          <p:cNvPr id="10" name="Picture 2" descr="大崎 敦のメンバー詳細">
            <a:extLst>
              <a:ext uri="{FF2B5EF4-FFF2-40B4-BE49-F238E27FC236}">
                <a16:creationId xmlns:a16="http://schemas.microsoft.com/office/drawing/2014/main" id="{4BA3EB68-B3C0-837F-DC01-4ABBF6AE01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0F0EF"/>
              </a:clrFrom>
              <a:clrTo>
                <a:srgbClr val="F0F0E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2" b="10155"/>
          <a:stretch/>
        </p:blipFill>
        <p:spPr bwMode="auto">
          <a:xfrm>
            <a:off x="396096" y="641817"/>
            <a:ext cx="696235" cy="74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951221"/>
      </p:ext>
    </p:extLst>
  </p:cSld>
  <p:clrMapOvr>
    <a:masterClrMapping/>
  </p:clrMapOvr>
</p:sld>
</file>

<file path=ppt/theme/theme1.xml><?xml version="1.0" encoding="utf-8"?>
<a:theme xmlns:a="http://schemas.openxmlformats.org/drawingml/2006/main" name="ExtureTemplate 0.2">
  <a:themeElements>
    <a:clrScheme name="エクスチュアカラーパレット">
      <a:dk1>
        <a:srgbClr val="000000"/>
      </a:dk1>
      <a:lt1>
        <a:sysClr val="window" lastClr="FFFFFF"/>
      </a:lt1>
      <a:dk2>
        <a:srgbClr val="303030"/>
      </a:dk2>
      <a:lt2>
        <a:srgbClr val="D9D9D9"/>
      </a:lt2>
      <a:accent1>
        <a:srgbClr val="5E913B"/>
      </a:accent1>
      <a:accent2>
        <a:srgbClr val="C0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6FBA2C"/>
      </a:accent6>
      <a:hlink>
        <a:srgbClr val="0563C1"/>
      </a:hlink>
      <a:folHlink>
        <a:srgbClr val="034A90"/>
      </a:folHlink>
    </a:clrScheme>
    <a:fontScheme name="エクスチュア公式フォント定義">
      <a:majorFont>
        <a:latin typeface="源ノ角ゴシック JP"/>
        <a:ea typeface="源ノ角ゴシック JP"/>
        <a:cs typeface=""/>
      </a:majorFont>
      <a:minorFont>
        <a:latin typeface="源ノ角ゴシック JP"/>
        <a:ea typeface="源ノ角ゴシック J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kumimoji="1" dirty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36000" tIns="0" rIns="0" bIns="36000" rtlCol="0">
        <a:spAutoFit/>
      </a:bodyPr>
      <a:lstStyle>
        <a:defPPr algn="l">
          <a:lnSpc>
            <a:spcPct val="120000"/>
          </a:lnSpc>
          <a:spcAft>
            <a:spcPts val="600"/>
          </a:spcAft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エクスチュア標準テンプレート_20250714.pptx" id="{D28E0DAC-096E-4C84-8F09-668396E6828C}" vid="{13125DB7-1BA9-4008-B399-27F590B18DA4}"/>
    </a:ext>
  </a:extLst>
</a:theme>
</file>

<file path=ppt/theme/theme2.xml><?xml version="1.0" encoding="utf-8"?>
<a:theme xmlns:a="http://schemas.openxmlformats.org/drawingml/2006/main" name="1_ExtureTemplate 0.2">
  <a:themeElements>
    <a:clrScheme name="エクスチュアカラーパレット">
      <a:dk1>
        <a:srgbClr val="000000"/>
      </a:dk1>
      <a:lt1>
        <a:sysClr val="window" lastClr="FFFFFF"/>
      </a:lt1>
      <a:dk2>
        <a:srgbClr val="303030"/>
      </a:dk2>
      <a:lt2>
        <a:srgbClr val="D9D9D9"/>
      </a:lt2>
      <a:accent1>
        <a:srgbClr val="5E913B"/>
      </a:accent1>
      <a:accent2>
        <a:srgbClr val="C0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6FBA2C"/>
      </a:accent6>
      <a:hlink>
        <a:srgbClr val="0563C1"/>
      </a:hlink>
      <a:folHlink>
        <a:srgbClr val="034A90"/>
      </a:folHlink>
    </a:clrScheme>
    <a:fontScheme name="エクスチュア公式フォント定義">
      <a:majorFont>
        <a:latin typeface="源ノ角ゴシック JP"/>
        <a:ea typeface="源ノ角ゴシック JP"/>
        <a:cs typeface=""/>
      </a:majorFont>
      <a:minorFont>
        <a:latin typeface="源ノ角ゴシック JP"/>
        <a:ea typeface="源ノ角ゴシック J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kumimoji="1" dirty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36000" tIns="0" rIns="0" bIns="36000" rtlCol="0">
        <a:spAutoFit/>
      </a:bodyPr>
      <a:lstStyle>
        <a:defPPr algn="l">
          <a:lnSpc>
            <a:spcPct val="120000"/>
          </a:lnSpc>
          <a:spcAft>
            <a:spcPts val="600"/>
          </a:spcAft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エクスチュア標準テンプレート_20251208.pptx" id="{29A4DE28-D7FF-4B57-B58E-8B5C336C645D}" vid="{8F57F9AB-C065-485D-A882-CB66BAFDACBE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31</TotalTime>
  <Words>251</Words>
  <Application>Microsoft Office PowerPoint</Application>
  <PresentationFormat>ワイド画面</PresentationFormat>
  <Paragraphs>29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3" baseType="lpstr">
      <vt:lpstr>72</vt:lpstr>
      <vt:lpstr>HiraMaruProN-W4</vt:lpstr>
      <vt:lpstr>源ノ角ゴシック JP</vt:lpstr>
      <vt:lpstr>游ゴシック</vt:lpstr>
      <vt:lpstr>Arial</vt:lpstr>
      <vt:lpstr>Roboto</vt:lpstr>
      <vt:lpstr>Wingdings</vt:lpstr>
      <vt:lpstr>ExtureTemplate 0.2</vt:lpstr>
      <vt:lpstr>1_ExtureTemplate 0.2</vt:lpstr>
      <vt:lpstr>YYYYMM 会社名_商談名</vt:lpstr>
      <vt:lpstr>モバイル空間統計による来館データを用いた施設運営ダッシュボードで非会員含めたマーケティング施策を評価可能に </vt:lpstr>
      <vt:lpstr>PowerPoint プレゼンテーション</vt:lpstr>
      <vt:lpstr>PJ完了時アンケートより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YYYYMM 会社名_商談名</dc:title>
  <dc:creator>Usami</dc:creator>
  <cp:keywords>template 1.0</cp:keywords>
  <cp:lastModifiedBy>Nakamura Rihito / 中村 陸人（Exture）</cp:lastModifiedBy>
  <cp:revision>8</cp:revision>
  <dcterms:created xsi:type="dcterms:W3CDTF">2025-07-14T01:43:35Z</dcterms:created>
  <dcterms:modified xsi:type="dcterms:W3CDTF">2026-03-13T21:13:34Z</dcterms:modified>
</cp:coreProperties>
</file>